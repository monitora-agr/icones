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4"/>
  </p:sldMasterIdLst>
  <p:sldIdLst>
    <p:sldId id="256" r:id="rId5"/>
    <p:sldId id="257" r:id="rId6"/>
    <p:sldId id="258" r:id="rId7"/>
    <p:sldId id="259" r:id="rId8"/>
    <p:sldId id="260" r:id="rId9"/>
  </p:sldIdLst>
  <p:sldSz cx="5400675" cy="917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CDFCA-2B55-4981-95AC-A13B8C32C072}" v="4" dt="2024-12-05T10:50:04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150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ne Luna" userId="efc2213195745a04" providerId="LiveId" clId="{B78CDFCA-2B55-4981-95AC-A13B8C32C072}"/>
    <pc:docChg chg="undo custSel addSld delSld modSld">
      <pc:chgData name="Marcone Luna" userId="efc2213195745a04" providerId="LiveId" clId="{B78CDFCA-2B55-4981-95AC-A13B8C32C072}" dt="2024-12-05T10:50:04.429" v="48"/>
      <pc:docMkLst>
        <pc:docMk/>
      </pc:docMkLst>
      <pc:sldChg chg="addSp delSp modSp mod">
        <pc:chgData name="Marcone Luna" userId="efc2213195745a04" providerId="LiveId" clId="{B78CDFCA-2B55-4981-95AC-A13B8C32C072}" dt="2024-12-05T10:50:04.429" v="48"/>
        <pc:sldMkLst>
          <pc:docMk/>
          <pc:sldMk cId="3647612101" sldId="256"/>
        </pc:sldMkLst>
        <pc:spChg chg="add mod">
          <ac:chgData name="Marcone Luna" userId="efc2213195745a04" providerId="LiveId" clId="{B78CDFCA-2B55-4981-95AC-A13B8C32C072}" dt="2024-12-05T10:50:04.429" v="48"/>
          <ac:spMkLst>
            <pc:docMk/>
            <pc:sldMk cId="3647612101" sldId="256"/>
            <ac:spMk id="2" creationId="{035C4254-9A4C-0FDA-574F-65680794D117}"/>
          </ac:spMkLst>
        </pc:spChg>
        <pc:spChg chg="del mod">
          <ac:chgData name="Marcone Luna" userId="efc2213195745a04" providerId="LiveId" clId="{B78CDFCA-2B55-4981-95AC-A13B8C32C072}" dt="2024-12-05T10:50:04.135" v="47" actId="478"/>
          <ac:spMkLst>
            <pc:docMk/>
            <pc:sldMk cId="3647612101" sldId="256"/>
            <ac:spMk id="9" creationId="{4A926B83-2B5B-4FE0-B0D4-B6E843DA7979}"/>
          </ac:spMkLst>
        </pc:spChg>
        <pc:spChg chg="mod">
          <ac:chgData name="Marcone Luna" userId="efc2213195745a04" providerId="LiveId" clId="{B78CDFCA-2B55-4981-95AC-A13B8C32C072}" dt="2024-12-05T10:41:34.657" v="4" actId="1076"/>
          <ac:spMkLst>
            <pc:docMk/>
            <pc:sldMk cId="3647612101" sldId="256"/>
            <ac:spMk id="10" creationId="{D2F00D33-43E4-40B9-8DB0-C11A8C91C279}"/>
          </ac:spMkLst>
        </pc:spChg>
        <pc:spChg chg="mod">
          <ac:chgData name="Marcone Luna" userId="efc2213195745a04" providerId="LiveId" clId="{B78CDFCA-2B55-4981-95AC-A13B8C32C072}" dt="2024-12-05T10:42:15.600" v="7" actId="1076"/>
          <ac:spMkLst>
            <pc:docMk/>
            <pc:sldMk cId="3647612101" sldId="256"/>
            <ac:spMk id="19" creationId="{0B1768D9-740B-4448-BA07-B3C81D3A4CA0}"/>
          </ac:spMkLst>
        </pc:spChg>
        <pc:spChg chg="mod">
          <ac:chgData name="Marcone Luna" userId="efc2213195745a04" providerId="LiveId" clId="{B78CDFCA-2B55-4981-95AC-A13B8C32C072}" dt="2024-12-05T10:42:37.303" v="9" actId="1076"/>
          <ac:spMkLst>
            <pc:docMk/>
            <pc:sldMk cId="3647612101" sldId="256"/>
            <ac:spMk id="23" creationId="{9A91F204-0370-4D55-BDF8-CC29D292B179}"/>
          </ac:spMkLst>
        </pc:spChg>
        <pc:spChg chg="mod">
          <ac:chgData name="Marcone Luna" userId="efc2213195745a04" providerId="LiveId" clId="{B78CDFCA-2B55-4981-95AC-A13B8C32C072}" dt="2024-12-05T10:42:47.969" v="11" actId="1076"/>
          <ac:spMkLst>
            <pc:docMk/>
            <pc:sldMk cId="3647612101" sldId="256"/>
            <ac:spMk id="24" creationId="{DE6D1BFB-02D6-4F41-A176-D494B2F8AA7B}"/>
          </ac:spMkLst>
        </pc:spChg>
      </pc:sldChg>
      <pc:sldChg chg="del">
        <pc:chgData name="Marcone Luna" userId="efc2213195745a04" providerId="LiveId" clId="{B78CDFCA-2B55-4981-95AC-A13B8C32C072}" dt="2024-12-05T10:43:08.285" v="12" actId="47"/>
        <pc:sldMkLst>
          <pc:docMk/>
          <pc:sldMk cId="837557450" sldId="257"/>
        </pc:sldMkLst>
      </pc:sldChg>
      <pc:sldChg chg="addSp delSp modSp add mod">
        <pc:chgData name="Marcone Luna" userId="efc2213195745a04" providerId="LiveId" clId="{B78CDFCA-2B55-4981-95AC-A13B8C32C072}" dt="2024-12-05T10:49:59.208" v="46"/>
        <pc:sldMkLst>
          <pc:docMk/>
          <pc:sldMk cId="869698758" sldId="257"/>
        </pc:sldMkLst>
        <pc:spChg chg="add mod">
          <ac:chgData name="Marcone Luna" userId="efc2213195745a04" providerId="LiveId" clId="{B78CDFCA-2B55-4981-95AC-A13B8C32C072}" dt="2024-12-05T10:49:59.208" v="46"/>
          <ac:spMkLst>
            <pc:docMk/>
            <pc:sldMk cId="869698758" sldId="257"/>
            <ac:spMk id="2" creationId="{616CEED1-2926-BF22-A47C-9DD7833B4C27}"/>
          </ac:spMkLst>
        </pc:spChg>
        <pc:spChg chg="mod">
          <ac:chgData name="Marcone Luna" userId="efc2213195745a04" providerId="LiveId" clId="{B78CDFCA-2B55-4981-95AC-A13B8C32C072}" dt="2024-12-05T10:43:55.983" v="20" actId="207"/>
          <ac:spMkLst>
            <pc:docMk/>
            <pc:sldMk cId="869698758" sldId="257"/>
            <ac:spMk id="4" creationId="{3D2CDE4A-2D01-5836-8696-5662AE795D34}"/>
          </ac:spMkLst>
        </pc:spChg>
        <pc:spChg chg="mod">
          <ac:chgData name="Marcone Luna" userId="efc2213195745a04" providerId="LiveId" clId="{B78CDFCA-2B55-4981-95AC-A13B8C32C072}" dt="2024-12-05T10:43:42.297" v="18" actId="108"/>
          <ac:spMkLst>
            <pc:docMk/>
            <pc:sldMk cId="869698758" sldId="257"/>
            <ac:spMk id="5" creationId="{43E8EB56-47FD-3CC7-3087-29F63BF2782B}"/>
          </ac:spMkLst>
        </pc:spChg>
        <pc:spChg chg="del">
          <ac:chgData name="Marcone Luna" userId="efc2213195745a04" providerId="LiveId" clId="{B78CDFCA-2B55-4981-95AC-A13B8C32C072}" dt="2024-12-05T10:49:58.864" v="45" actId="478"/>
          <ac:spMkLst>
            <pc:docMk/>
            <pc:sldMk cId="869698758" sldId="257"/>
            <ac:spMk id="9" creationId="{C75DEEBD-8CD7-8403-5F0C-FC685B9FF9E8}"/>
          </ac:spMkLst>
        </pc:spChg>
      </pc:sldChg>
      <pc:sldChg chg="addSp delSp modSp add mod">
        <pc:chgData name="Marcone Luna" userId="efc2213195745a04" providerId="LiveId" clId="{B78CDFCA-2B55-4981-95AC-A13B8C32C072}" dt="2024-12-05T10:49:49.288" v="44"/>
        <pc:sldMkLst>
          <pc:docMk/>
          <pc:sldMk cId="1803505322" sldId="258"/>
        </pc:sldMkLst>
        <pc:spChg chg="add mod">
          <ac:chgData name="Marcone Luna" userId="efc2213195745a04" providerId="LiveId" clId="{B78CDFCA-2B55-4981-95AC-A13B8C32C072}" dt="2024-12-05T10:49:49.288" v="44"/>
          <ac:spMkLst>
            <pc:docMk/>
            <pc:sldMk cId="1803505322" sldId="258"/>
            <ac:spMk id="2" creationId="{DB731B94-FACD-1D2E-02FC-24C76ADA6769}"/>
          </ac:spMkLst>
        </pc:spChg>
        <pc:spChg chg="mod">
          <ac:chgData name="Marcone Luna" userId="efc2213195745a04" providerId="LiveId" clId="{B78CDFCA-2B55-4981-95AC-A13B8C32C072}" dt="2024-12-05T10:44:29.163" v="26" actId="207"/>
          <ac:spMkLst>
            <pc:docMk/>
            <pc:sldMk cId="1803505322" sldId="258"/>
            <ac:spMk id="4" creationId="{BE63004E-289A-485A-DABE-14B52C0756AF}"/>
          </ac:spMkLst>
        </pc:spChg>
        <pc:spChg chg="mod">
          <ac:chgData name="Marcone Luna" userId="efc2213195745a04" providerId="LiveId" clId="{B78CDFCA-2B55-4981-95AC-A13B8C32C072}" dt="2024-12-05T10:44:05.648" v="22" actId="207"/>
          <ac:spMkLst>
            <pc:docMk/>
            <pc:sldMk cId="1803505322" sldId="258"/>
            <ac:spMk id="5" creationId="{FC109053-E07A-89C7-58D5-455027A80942}"/>
          </ac:spMkLst>
        </pc:spChg>
        <pc:spChg chg="mod">
          <ac:chgData name="Marcone Luna" userId="efc2213195745a04" providerId="LiveId" clId="{B78CDFCA-2B55-4981-95AC-A13B8C32C072}" dt="2024-12-05T10:44:15.105" v="24" actId="108"/>
          <ac:spMkLst>
            <pc:docMk/>
            <pc:sldMk cId="1803505322" sldId="258"/>
            <ac:spMk id="6" creationId="{888BC1F2-3380-C17B-096B-1916AD470A08}"/>
          </ac:spMkLst>
        </pc:spChg>
        <pc:spChg chg="mod">
          <ac:chgData name="Marcone Luna" userId="efc2213195745a04" providerId="LiveId" clId="{B78CDFCA-2B55-4981-95AC-A13B8C32C072}" dt="2024-12-05T10:44:05.648" v="22" actId="207"/>
          <ac:spMkLst>
            <pc:docMk/>
            <pc:sldMk cId="1803505322" sldId="258"/>
            <ac:spMk id="8" creationId="{EDAE14A7-8E73-171B-2E73-EE141C494852}"/>
          </ac:spMkLst>
        </pc:spChg>
        <pc:spChg chg="del mod">
          <ac:chgData name="Marcone Luna" userId="efc2213195745a04" providerId="LiveId" clId="{B78CDFCA-2B55-4981-95AC-A13B8C32C072}" dt="2024-12-05T10:49:48.003" v="43" actId="478"/>
          <ac:spMkLst>
            <pc:docMk/>
            <pc:sldMk cId="1803505322" sldId="258"/>
            <ac:spMk id="9" creationId="{2A730C88-D984-E996-7794-AFD153D45C37}"/>
          </ac:spMkLst>
        </pc:spChg>
        <pc:spChg chg="mod">
          <ac:chgData name="Marcone Luna" userId="efc2213195745a04" providerId="LiveId" clId="{B78CDFCA-2B55-4981-95AC-A13B8C32C072}" dt="2024-12-05T10:44:05.648" v="22" actId="207"/>
          <ac:spMkLst>
            <pc:docMk/>
            <pc:sldMk cId="1803505322" sldId="258"/>
            <ac:spMk id="10" creationId="{8C469E40-0530-319A-90C9-23739DDA7214}"/>
          </ac:spMkLst>
        </pc:spChg>
        <pc:spChg chg="mod">
          <ac:chgData name="Marcone Luna" userId="efc2213195745a04" providerId="LiveId" clId="{B78CDFCA-2B55-4981-95AC-A13B8C32C072}" dt="2024-12-05T10:44:05.648" v="22" actId="207"/>
          <ac:spMkLst>
            <pc:docMk/>
            <pc:sldMk cId="1803505322" sldId="258"/>
            <ac:spMk id="20" creationId="{E4D0589F-7491-E8B3-992B-44CAF1A6BD5F}"/>
          </ac:spMkLst>
        </pc:spChg>
        <pc:grpChg chg="mod">
          <ac:chgData name="Marcone Luna" userId="efc2213195745a04" providerId="LiveId" clId="{B78CDFCA-2B55-4981-95AC-A13B8C32C072}" dt="2024-12-05T10:44:05.648" v="22" actId="207"/>
          <ac:grpSpMkLst>
            <pc:docMk/>
            <pc:sldMk cId="1803505322" sldId="258"/>
            <ac:grpSpMk id="3" creationId="{F318B5D8-F2E4-70AF-D015-4B717C72D236}"/>
          </ac:grpSpMkLst>
        </pc:grpChg>
        <pc:cxnChg chg="mod">
          <ac:chgData name="Marcone Luna" userId="efc2213195745a04" providerId="LiveId" clId="{B78CDFCA-2B55-4981-95AC-A13B8C32C072}" dt="2024-12-05T10:44:05.648" v="22" actId="207"/>
          <ac:cxnSpMkLst>
            <pc:docMk/>
            <pc:sldMk cId="1803505322" sldId="258"/>
            <ac:cxnSpMk id="16" creationId="{D46CE119-9935-765D-1F36-2CC3A656C255}"/>
          </ac:cxnSpMkLst>
        </pc:cxnChg>
        <pc:cxnChg chg="mod">
          <ac:chgData name="Marcone Luna" userId="efc2213195745a04" providerId="LiveId" clId="{B78CDFCA-2B55-4981-95AC-A13B8C32C072}" dt="2024-12-05T10:44:05.648" v="22" actId="207"/>
          <ac:cxnSpMkLst>
            <pc:docMk/>
            <pc:sldMk cId="1803505322" sldId="258"/>
            <ac:cxnSpMk id="17" creationId="{9C989646-C30B-5FA8-9C89-F686120464E9}"/>
          </ac:cxnSpMkLst>
        </pc:cxnChg>
        <pc:cxnChg chg="mod">
          <ac:chgData name="Marcone Luna" userId="efc2213195745a04" providerId="LiveId" clId="{B78CDFCA-2B55-4981-95AC-A13B8C32C072}" dt="2024-12-05T10:44:05.648" v="22" actId="207"/>
          <ac:cxnSpMkLst>
            <pc:docMk/>
            <pc:sldMk cId="1803505322" sldId="258"/>
            <ac:cxnSpMk id="18" creationId="{B44FAACF-ED41-AD62-9C70-BF9B2105B6F2}"/>
          </ac:cxnSpMkLst>
        </pc:cxnChg>
        <pc:cxnChg chg="mod">
          <ac:chgData name="Marcone Luna" userId="efc2213195745a04" providerId="LiveId" clId="{B78CDFCA-2B55-4981-95AC-A13B8C32C072}" dt="2024-12-05T10:44:05.648" v="22" actId="207"/>
          <ac:cxnSpMkLst>
            <pc:docMk/>
            <pc:sldMk cId="1803505322" sldId="258"/>
            <ac:cxnSpMk id="22" creationId="{5714074B-12AC-671E-4DB6-130B6971E7DA}"/>
          </ac:cxnSpMkLst>
        </pc:cxnChg>
      </pc:sldChg>
      <pc:sldChg chg="del">
        <pc:chgData name="Marcone Luna" userId="efc2213195745a04" providerId="LiveId" clId="{B78CDFCA-2B55-4981-95AC-A13B8C32C072}" dt="2024-12-05T10:43:08.285" v="12" actId="47"/>
        <pc:sldMkLst>
          <pc:docMk/>
          <pc:sldMk cId="4240273128" sldId="258"/>
        </pc:sldMkLst>
      </pc:sldChg>
      <pc:sldChg chg="del">
        <pc:chgData name="Marcone Luna" userId="efc2213195745a04" providerId="LiveId" clId="{B78CDFCA-2B55-4981-95AC-A13B8C32C072}" dt="2024-12-05T10:43:08.285" v="12" actId="47"/>
        <pc:sldMkLst>
          <pc:docMk/>
          <pc:sldMk cId="28599304" sldId="259"/>
        </pc:sldMkLst>
      </pc:sldChg>
      <pc:sldChg chg="addSp delSp modSp add mod">
        <pc:chgData name="Marcone Luna" userId="efc2213195745a04" providerId="LiveId" clId="{B78CDFCA-2B55-4981-95AC-A13B8C32C072}" dt="2024-12-05T10:49:35.985" v="42"/>
        <pc:sldMkLst>
          <pc:docMk/>
          <pc:sldMk cId="3592307996" sldId="259"/>
        </pc:sldMkLst>
        <pc:spChg chg="add mod">
          <ac:chgData name="Marcone Luna" userId="efc2213195745a04" providerId="LiveId" clId="{B78CDFCA-2B55-4981-95AC-A13B8C32C072}" dt="2024-12-05T10:49:35.985" v="42"/>
          <ac:spMkLst>
            <pc:docMk/>
            <pc:sldMk cId="3592307996" sldId="259"/>
            <ac:spMk id="2" creationId="{4295CB24-3A18-7FE3-0FAB-3C7A55B6330E}"/>
          </ac:spMkLst>
        </pc:spChg>
        <pc:spChg chg="mod">
          <ac:chgData name="Marcone Luna" userId="efc2213195745a04" providerId="LiveId" clId="{B78CDFCA-2B55-4981-95AC-A13B8C32C072}" dt="2024-12-05T10:44:56.632" v="30" actId="108"/>
          <ac:spMkLst>
            <pc:docMk/>
            <pc:sldMk cId="3592307996" sldId="259"/>
            <ac:spMk id="4" creationId="{6FB47A3F-C583-6F27-8844-F800A1391881}"/>
          </ac:spMkLst>
        </pc:spChg>
        <pc:spChg chg="mod">
          <ac:chgData name="Marcone Luna" userId="efc2213195745a04" providerId="LiveId" clId="{B78CDFCA-2B55-4981-95AC-A13B8C32C072}" dt="2024-12-05T10:44:44.544" v="28" actId="108"/>
          <ac:spMkLst>
            <pc:docMk/>
            <pc:sldMk cId="3592307996" sldId="259"/>
            <ac:spMk id="8" creationId="{17711D5F-5393-5B4D-C69D-419A6A9347C3}"/>
          </ac:spMkLst>
        </pc:spChg>
        <pc:spChg chg="del mod">
          <ac:chgData name="Marcone Luna" userId="efc2213195745a04" providerId="LiveId" clId="{B78CDFCA-2B55-4981-95AC-A13B8C32C072}" dt="2024-12-05T10:49:34.394" v="41" actId="478"/>
          <ac:spMkLst>
            <pc:docMk/>
            <pc:sldMk cId="3592307996" sldId="259"/>
            <ac:spMk id="9" creationId="{416049A3-0758-D583-B8F9-2FBD43D35709}"/>
          </ac:spMkLst>
        </pc:spChg>
      </pc:sldChg>
      <pc:sldChg chg="del">
        <pc:chgData name="Marcone Luna" userId="efc2213195745a04" providerId="LiveId" clId="{B78CDFCA-2B55-4981-95AC-A13B8C32C072}" dt="2024-12-05T10:43:08.285" v="12" actId="47"/>
        <pc:sldMkLst>
          <pc:docMk/>
          <pc:sldMk cId="284686451" sldId="260"/>
        </pc:sldMkLst>
      </pc:sldChg>
      <pc:sldChg chg="modSp add mod">
        <pc:chgData name="Marcone Luna" userId="efc2213195745a04" providerId="LiveId" clId="{B78CDFCA-2B55-4981-95AC-A13B8C32C072}" dt="2024-12-05T10:47:38.458" v="35" actId="1076"/>
        <pc:sldMkLst>
          <pc:docMk/>
          <pc:sldMk cId="1473866740" sldId="260"/>
        </pc:sldMkLst>
        <pc:spChg chg="mod">
          <ac:chgData name="Marcone Luna" userId="efc2213195745a04" providerId="LiveId" clId="{B78CDFCA-2B55-4981-95AC-A13B8C32C072}" dt="2024-12-05T10:45:28.801" v="34" actId="108"/>
          <ac:spMkLst>
            <pc:docMk/>
            <pc:sldMk cId="1473866740" sldId="260"/>
            <ac:spMk id="4" creationId="{6AF555E7-11AC-728F-4747-BE70CF2617D4}"/>
          </ac:spMkLst>
        </pc:spChg>
        <pc:spChg chg="mod">
          <ac:chgData name="Marcone Luna" userId="efc2213195745a04" providerId="LiveId" clId="{B78CDFCA-2B55-4981-95AC-A13B8C32C072}" dt="2024-12-05T10:47:38.458" v="35" actId="1076"/>
          <ac:spMkLst>
            <pc:docMk/>
            <pc:sldMk cId="1473866740" sldId="260"/>
            <ac:spMk id="9" creationId="{FA78F777-01AF-4388-696A-C34817E3D23F}"/>
          </ac:spMkLst>
        </pc:spChg>
        <pc:spChg chg="mod">
          <ac:chgData name="Marcone Luna" userId="efc2213195745a04" providerId="LiveId" clId="{B78CDFCA-2B55-4981-95AC-A13B8C32C072}" dt="2024-12-05T10:45:16.576" v="32" actId="108"/>
          <ac:spMkLst>
            <pc:docMk/>
            <pc:sldMk cId="1473866740" sldId="260"/>
            <ac:spMk id="20" creationId="{57A9E48F-7AAE-FE9F-CC70-5E70A7A651B5}"/>
          </ac:spMkLst>
        </pc:spChg>
      </pc:sldChg>
    </pc:docChg>
  </pc:docChgLst>
  <pc:docChgLst>
    <pc:chgData name="Marcone Luna" userId="efc2213195745a04" providerId="LiveId" clId="{BCDEC621-8EC5-4BB0-A0CB-7FD933FAE53B}"/>
    <pc:docChg chg="undo custSel addSld delSld modSld">
      <pc:chgData name="Marcone Luna" userId="efc2213195745a04" providerId="LiveId" clId="{BCDEC621-8EC5-4BB0-A0CB-7FD933FAE53B}" dt="2021-11-01T19:42:12.126" v="257"/>
      <pc:docMkLst>
        <pc:docMk/>
      </pc:docMkLst>
      <pc:sldChg chg="addSp delSp modSp mod chgLayout">
        <pc:chgData name="Marcone Luna" userId="efc2213195745a04" providerId="LiveId" clId="{BCDEC621-8EC5-4BB0-A0CB-7FD933FAE53B}" dt="2021-11-01T19:42:12.126" v="257"/>
        <pc:sldMkLst>
          <pc:docMk/>
          <pc:sldMk cId="3647612101" sldId="256"/>
        </pc:sldMkLst>
        <pc:spChg chg="add del mod ord">
          <ac:chgData name="Marcone Luna" userId="efc2213195745a04" providerId="LiveId" clId="{BCDEC621-8EC5-4BB0-A0CB-7FD933FAE53B}" dt="2021-11-01T18:32:37.156" v="1" actId="6264"/>
          <ac:spMkLst>
            <pc:docMk/>
            <pc:sldMk cId="3647612101" sldId="256"/>
            <ac:spMk id="3" creationId="{F39B6588-5469-440F-AC5C-0C614817807B}"/>
          </ac:spMkLst>
        </pc:spChg>
        <pc:spChg chg="mod ord topLvl">
          <ac:chgData name="Marcone Luna" userId="efc2213195745a04" providerId="LiveId" clId="{BCDEC621-8EC5-4BB0-A0CB-7FD933FAE53B}" dt="2021-11-01T18:49:32.241" v="149" actId="166"/>
          <ac:spMkLst>
            <pc:docMk/>
            <pc:sldMk cId="3647612101" sldId="256"/>
            <ac:spMk id="4" creationId="{040335B2-A820-4601-BE86-BE76487FB7ED}"/>
          </ac:spMkLst>
        </pc:spChg>
        <pc:spChg chg="mod ord topLvl">
          <ac:chgData name="Marcone Luna" userId="efc2213195745a04" providerId="LiveId" clId="{BCDEC621-8EC5-4BB0-A0CB-7FD933FAE53B}" dt="2021-11-01T18:49:38.239" v="150" actId="166"/>
          <ac:spMkLst>
            <pc:docMk/>
            <pc:sldMk cId="3647612101" sldId="256"/>
            <ac:spMk id="5" creationId="{17B5E8F8-3C8B-4A9C-957E-059DCC9F543F}"/>
          </ac:spMkLst>
        </pc:spChg>
        <pc:spChg chg="mod ord topLvl">
          <ac:chgData name="Marcone Luna" userId="efc2213195745a04" providerId="LiveId" clId="{BCDEC621-8EC5-4BB0-A0CB-7FD933FAE53B}" dt="2021-11-01T18:49:40.614" v="151" actId="166"/>
          <ac:spMkLst>
            <pc:docMk/>
            <pc:sldMk cId="3647612101" sldId="256"/>
            <ac:spMk id="6" creationId="{E5B7FEED-F14C-479C-A3B2-4A9C01B55D1F}"/>
          </ac:spMkLst>
        </pc:spChg>
        <pc:spChg chg="add del mod ord">
          <ac:chgData name="Marcone Luna" userId="efc2213195745a04" providerId="LiveId" clId="{BCDEC621-8EC5-4BB0-A0CB-7FD933FAE53B}" dt="2021-11-01T18:32:37.156" v="1" actId="6264"/>
          <ac:spMkLst>
            <pc:docMk/>
            <pc:sldMk cId="3647612101" sldId="256"/>
            <ac:spMk id="7" creationId="{E62AC61C-EB68-4C46-9863-A26A02DEFE88}"/>
          </ac:spMkLst>
        </pc:spChg>
        <pc:spChg chg="mod ord topLvl">
          <ac:chgData name="Marcone Luna" userId="efc2213195745a04" providerId="LiveId" clId="{BCDEC621-8EC5-4BB0-A0CB-7FD933FAE53B}" dt="2021-11-01T18:49:44.347" v="152" actId="166"/>
          <ac:spMkLst>
            <pc:docMk/>
            <pc:sldMk cId="3647612101" sldId="256"/>
            <ac:spMk id="8" creationId="{651D13E0-C635-4709-951C-83A689EA025F}"/>
          </ac:spMkLst>
        </pc:spChg>
        <pc:spChg chg="mod topLvl">
          <ac:chgData name="Marcone Luna" userId="efc2213195745a04" providerId="LiveId" clId="{BCDEC621-8EC5-4BB0-A0CB-7FD933FAE53B}" dt="2021-11-01T18:46:41.562" v="113" actId="164"/>
          <ac:spMkLst>
            <pc:docMk/>
            <pc:sldMk cId="3647612101" sldId="256"/>
            <ac:spMk id="9" creationId="{4A926B83-2B5B-4FE0-B0D4-B6E843DA7979}"/>
          </ac:spMkLst>
        </pc:spChg>
        <pc:spChg chg="mod topLvl">
          <ac:chgData name="Marcone Luna" userId="efc2213195745a04" providerId="LiveId" clId="{BCDEC621-8EC5-4BB0-A0CB-7FD933FAE53B}" dt="2021-11-01T18:46:41.562" v="113" actId="164"/>
          <ac:spMkLst>
            <pc:docMk/>
            <pc:sldMk cId="3647612101" sldId="256"/>
            <ac:spMk id="10" creationId="{D2F00D33-43E4-40B9-8DB0-C11A8C91C279}"/>
          </ac:spMkLst>
        </pc:spChg>
        <pc:spChg chg="del mod topLvl">
          <ac:chgData name="Marcone Luna" userId="efc2213195745a04" providerId="LiveId" clId="{BCDEC621-8EC5-4BB0-A0CB-7FD933FAE53B}" dt="2021-11-01T19:42:11.064" v="256" actId="478"/>
          <ac:spMkLst>
            <pc:docMk/>
            <pc:sldMk cId="3647612101" sldId="256"/>
            <ac:spMk id="11" creationId="{AF7C158B-27B7-4BB7-90DA-C732BECC987A}"/>
          </ac:spMkLst>
        </pc:spChg>
        <pc:spChg chg="del mod topLvl">
          <ac:chgData name="Marcone Luna" userId="efc2213195745a04" providerId="LiveId" clId="{BCDEC621-8EC5-4BB0-A0CB-7FD933FAE53B}" dt="2021-11-01T19:42:11.064" v="256" actId="478"/>
          <ac:spMkLst>
            <pc:docMk/>
            <pc:sldMk cId="3647612101" sldId="256"/>
            <ac:spMk id="13" creationId="{A5AEEE5A-3197-449A-AEEF-6862F89AAA7A}"/>
          </ac:spMkLst>
        </pc:spChg>
        <pc:spChg chg="add mod">
          <ac:chgData name="Marcone Luna" userId="efc2213195745a04" providerId="LiveId" clId="{BCDEC621-8EC5-4BB0-A0CB-7FD933FAE53B}" dt="2021-11-01T19:42:12.126" v="257"/>
          <ac:spMkLst>
            <pc:docMk/>
            <pc:sldMk cId="3647612101" sldId="256"/>
            <ac:spMk id="19" creationId="{0B1768D9-740B-4448-BA07-B3C81D3A4CA0}"/>
          </ac:spMkLst>
        </pc:spChg>
        <pc:spChg chg="add del mod">
          <ac:chgData name="Marcone Luna" userId="efc2213195745a04" providerId="LiveId" clId="{BCDEC621-8EC5-4BB0-A0CB-7FD933FAE53B}" dt="2021-11-01T18:34:06.157" v="44"/>
          <ac:spMkLst>
            <pc:docMk/>
            <pc:sldMk cId="3647612101" sldId="256"/>
            <ac:spMk id="19" creationId="{83BC44EE-837C-4326-8CF4-9ABCDB01A131}"/>
          </ac:spMkLst>
        </pc:spChg>
        <pc:spChg chg="add del mod ord">
          <ac:chgData name="Marcone Luna" userId="efc2213195745a04" providerId="LiveId" clId="{BCDEC621-8EC5-4BB0-A0CB-7FD933FAE53B}" dt="2021-11-01T18:49:47.628" v="153" actId="166"/>
          <ac:spMkLst>
            <pc:docMk/>
            <pc:sldMk cId="3647612101" sldId="256"/>
            <ac:spMk id="20" creationId="{88459610-2011-45A9-9927-DB93937D7ED2}"/>
          </ac:spMkLst>
        </pc:spChg>
        <pc:spChg chg="add del mod">
          <ac:chgData name="Marcone Luna" userId="efc2213195745a04" providerId="LiveId" clId="{BCDEC621-8EC5-4BB0-A0CB-7FD933FAE53B}" dt="2021-11-01T19:42:11.064" v="256" actId="478"/>
          <ac:spMkLst>
            <pc:docMk/>
            <pc:sldMk cId="3647612101" sldId="256"/>
            <ac:spMk id="21" creationId="{985ACE24-230D-4FD0-9D73-1C1D00162397}"/>
          </ac:spMkLst>
        </pc:spChg>
        <pc:spChg chg="add mod">
          <ac:chgData name="Marcone Luna" userId="efc2213195745a04" providerId="LiveId" clId="{BCDEC621-8EC5-4BB0-A0CB-7FD933FAE53B}" dt="2021-11-01T19:42:12.126" v="257"/>
          <ac:spMkLst>
            <pc:docMk/>
            <pc:sldMk cId="3647612101" sldId="256"/>
            <ac:spMk id="23" creationId="{9A91F204-0370-4D55-BDF8-CC29D292B179}"/>
          </ac:spMkLst>
        </pc:spChg>
        <pc:spChg chg="add mod">
          <ac:chgData name="Marcone Luna" userId="efc2213195745a04" providerId="LiveId" clId="{BCDEC621-8EC5-4BB0-A0CB-7FD933FAE53B}" dt="2021-11-01T19:42:12.126" v="257"/>
          <ac:spMkLst>
            <pc:docMk/>
            <pc:sldMk cId="3647612101" sldId="256"/>
            <ac:spMk id="24" creationId="{DE6D1BFB-02D6-4F41-A176-D494B2F8AA7B}"/>
          </ac:spMkLst>
        </pc:spChg>
        <pc:grpChg chg="del mod">
          <ac:chgData name="Marcone Luna" userId="efc2213195745a04" providerId="LiveId" clId="{BCDEC621-8EC5-4BB0-A0CB-7FD933FAE53B}" dt="2021-11-01T18:46:27.144" v="111" actId="165"/>
          <ac:grpSpMkLst>
            <pc:docMk/>
            <pc:sldMk cId="3647612101" sldId="256"/>
            <ac:grpSpMk id="2" creationId="{E78591EF-EBBF-4989-A943-C81A2C838FBC}"/>
          </ac:grpSpMkLst>
        </pc:grpChg>
        <pc:grpChg chg="add mod">
          <ac:chgData name="Marcone Luna" userId="efc2213195745a04" providerId="LiveId" clId="{BCDEC621-8EC5-4BB0-A0CB-7FD933FAE53B}" dt="2021-11-01T18:52:06.920" v="197" actId="1037"/>
          <ac:grpSpMkLst>
            <pc:docMk/>
            <pc:sldMk cId="3647612101" sldId="256"/>
            <ac:grpSpMk id="3" creationId="{04A38D82-6041-4EDC-8188-26A1C9E3B59F}"/>
          </ac:grpSpMkLst>
        </pc:grpChg>
        <pc:grpChg chg="del mod topLvl">
          <ac:chgData name="Marcone Luna" userId="efc2213195745a04" providerId="LiveId" clId="{BCDEC621-8EC5-4BB0-A0CB-7FD933FAE53B}" dt="2021-11-01T18:46:33.111" v="112" actId="165"/>
          <ac:grpSpMkLst>
            <pc:docMk/>
            <pc:sldMk cId="3647612101" sldId="256"/>
            <ac:grpSpMk id="14" creationId="{D00E47C0-DDC3-4A1A-B8D7-09CBF9A96545}"/>
          </ac:grpSpMkLst>
        </pc:grpChg>
        <pc:cxnChg chg="mod topLvl">
          <ac:chgData name="Marcone Luna" userId="efc2213195745a04" providerId="LiveId" clId="{BCDEC621-8EC5-4BB0-A0CB-7FD933FAE53B}" dt="2021-11-01T18:46:41.562" v="113" actId="164"/>
          <ac:cxnSpMkLst>
            <pc:docMk/>
            <pc:sldMk cId="3647612101" sldId="256"/>
            <ac:cxnSpMk id="16" creationId="{6918DA3E-3503-4867-A02E-4BA9C7DBFDA9}"/>
          </ac:cxnSpMkLst>
        </pc:cxnChg>
        <pc:cxnChg chg="mod topLvl">
          <ac:chgData name="Marcone Luna" userId="efc2213195745a04" providerId="LiveId" clId="{BCDEC621-8EC5-4BB0-A0CB-7FD933FAE53B}" dt="2021-11-01T18:46:41.562" v="113" actId="164"/>
          <ac:cxnSpMkLst>
            <pc:docMk/>
            <pc:sldMk cId="3647612101" sldId="256"/>
            <ac:cxnSpMk id="17" creationId="{202C4A50-7AAD-488E-AC58-D3A6C5AAFAC6}"/>
          </ac:cxnSpMkLst>
        </pc:cxnChg>
        <pc:cxnChg chg="mod topLvl">
          <ac:chgData name="Marcone Luna" userId="efc2213195745a04" providerId="LiveId" clId="{BCDEC621-8EC5-4BB0-A0CB-7FD933FAE53B}" dt="2021-11-01T18:46:41.562" v="113" actId="164"/>
          <ac:cxnSpMkLst>
            <pc:docMk/>
            <pc:sldMk cId="3647612101" sldId="256"/>
            <ac:cxnSpMk id="18" creationId="{B175EBCF-C3A2-4B6D-9667-1F237E7F914B}"/>
          </ac:cxnSpMkLst>
        </pc:cxnChg>
        <pc:cxnChg chg="add mod">
          <ac:chgData name="Marcone Luna" userId="efc2213195745a04" providerId="LiveId" clId="{BCDEC621-8EC5-4BB0-A0CB-7FD933FAE53B}" dt="2021-11-01T18:46:41.562" v="113" actId="164"/>
          <ac:cxnSpMkLst>
            <pc:docMk/>
            <pc:sldMk cId="3647612101" sldId="256"/>
            <ac:cxnSpMk id="22" creationId="{44458431-2CD5-4EFC-A507-6E487AC3155E}"/>
          </ac:cxnSpMkLst>
        </pc:cxnChg>
      </pc:sldChg>
      <pc:sldChg chg="modSp add del mod setBg">
        <pc:chgData name="Marcone Luna" userId="efc2213195745a04" providerId="LiveId" clId="{BCDEC621-8EC5-4BB0-A0CB-7FD933FAE53B}" dt="2021-11-01T18:51:07.210" v="182" actId="47"/>
        <pc:sldMkLst>
          <pc:docMk/>
          <pc:sldMk cId="762264710" sldId="257"/>
        </pc:sldMkLst>
        <pc:spChg chg="mod">
          <ac:chgData name="Marcone Luna" userId="efc2213195745a04" providerId="LiveId" clId="{BCDEC621-8EC5-4BB0-A0CB-7FD933FAE53B}" dt="2021-11-01T18:36:25.695" v="104" actId="108"/>
          <ac:spMkLst>
            <pc:docMk/>
            <pc:sldMk cId="762264710" sldId="257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36:22.431" v="103" actId="108"/>
          <ac:spMkLst>
            <pc:docMk/>
            <pc:sldMk cId="762264710" sldId="257"/>
            <ac:spMk id="5" creationId="{17B5E8F8-3C8B-4A9C-957E-059DCC9F543F}"/>
          </ac:spMkLst>
        </pc:spChg>
      </pc:sldChg>
      <pc:sldChg chg="modSp add mod setBg">
        <pc:chgData name="Marcone Luna" userId="efc2213195745a04" providerId="LiveId" clId="{BCDEC621-8EC5-4BB0-A0CB-7FD933FAE53B}" dt="2021-11-01T18:52:18.136" v="198" actId="1037"/>
        <pc:sldMkLst>
          <pc:docMk/>
          <pc:sldMk cId="837557450" sldId="257"/>
        </pc:sldMkLst>
        <pc:spChg chg="mod">
          <ac:chgData name="Marcone Luna" userId="efc2213195745a04" providerId="LiveId" clId="{BCDEC621-8EC5-4BB0-A0CB-7FD933FAE53B}" dt="2021-11-01T18:51:22.832" v="188" actId="108"/>
          <ac:spMkLst>
            <pc:docMk/>
            <pc:sldMk cId="837557450" sldId="257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51:17.677" v="187" actId="108"/>
          <ac:spMkLst>
            <pc:docMk/>
            <pc:sldMk cId="837557450" sldId="257"/>
            <ac:spMk id="5" creationId="{17B5E8F8-3C8B-4A9C-957E-059DCC9F543F}"/>
          </ac:spMkLst>
        </pc:spChg>
        <pc:grpChg chg="mod">
          <ac:chgData name="Marcone Luna" userId="efc2213195745a04" providerId="LiveId" clId="{BCDEC621-8EC5-4BB0-A0CB-7FD933FAE53B}" dt="2021-11-01T18:52:18.136" v="198" actId="1037"/>
          <ac:grpSpMkLst>
            <pc:docMk/>
            <pc:sldMk cId="837557450" sldId="257"/>
            <ac:grpSpMk id="3" creationId="{04A38D82-6041-4EDC-8188-26A1C9E3B59F}"/>
          </ac:grpSpMkLst>
        </pc:grpChg>
      </pc:sldChg>
      <pc:sldChg chg="del">
        <pc:chgData name="Marcone Luna" userId="efc2213195745a04" providerId="LiveId" clId="{BCDEC621-8EC5-4BB0-A0CB-7FD933FAE53B}" dt="2021-11-01T18:36:01.786" v="96" actId="47"/>
        <pc:sldMkLst>
          <pc:docMk/>
          <pc:sldMk cId="3977831866" sldId="257"/>
        </pc:sldMkLst>
      </pc:sldChg>
      <pc:sldChg chg="del">
        <pc:chgData name="Marcone Luna" userId="efc2213195745a04" providerId="LiveId" clId="{BCDEC621-8EC5-4BB0-A0CB-7FD933FAE53B}" dt="2021-11-01T18:36:02.489" v="97" actId="47"/>
        <pc:sldMkLst>
          <pc:docMk/>
          <pc:sldMk cId="207765630" sldId="258"/>
        </pc:sldMkLst>
      </pc:sldChg>
      <pc:sldChg chg="modSp add del mod setBg">
        <pc:chgData name="Marcone Luna" userId="efc2213195745a04" providerId="LiveId" clId="{BCDEC621-8EC5-4BB0-A0CB-7FD933FAE53B}" dt="2021-11-01T18:51:07.210" v="182" actId="47"/>
        <pc:sldMkLst>
          <pc:docMk/>
          <pc:sldMk cId="2259126193" sldId="258"/>
        </pc:sldMkLst>
        <pc:spChg chg="mod">
          <ac:chgData name="Marcone Luna" userId="efc2213195745a04" providerId="LiveId" clId="{BCDEC621-8EC5-4BB0-A0CB-7FD933FAE53B}" dt="2021-11-01T18:36:34.586" v="106" actId="108"/>
          <ac:spMkLst>
            <pc:docMk/>
            <pc:sldMk cId="2259126193" sldId="258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36:32.305" v="105" actId="108"/>
          <ac:spMkLst>
            <pc:docMk/>
            <pc:sldMk cId="2259126193" sldId="258"/>
            <ac:spMk id="6" creationId="{E5B7FEED-F14C-479C-A3B2-4A9C01B55D1F}"/>
          </ac:spMkLst>
        </pc:spChg>
      </pc:sldChg>
      <pc:sldChg chg="modSp add mod setBg">
        <pc:chgData name="Marcone Luna" userId="efc2213195745a04" providerId="LiveId" clId="{BCDEC621-8EC5-4BB0-A0CB-7FD933FAE53B}" dt="2021-11-01T18:52:20.948" v="199" actId="1037"/>
        <pc:sldMkLst>
          <pc:docMk/>
          <pc:sldMk cId="4240273128" sldId="258"/>
        </pc:sldMkLst>
        <pc:spChg chg="mod">
          <ac:chgData name="Marcone Luna" userId="efc2213195745a04" providerId="LiveId" clId="{BCDEC621-8EC5-4BB0-A0CB-7FD933FAE53B}" dt="2021-11-01T18:51:35.376" v="192" actId="108"/>
          <ac:spMkLst>
            <pc:docMk/>
            <pc:sldMk cId="4240273128" sldId="258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5" creationId="{17B5E8F8-3C8B-4A9C-957E-059DCC9F543F}"/>
          </ac:spMkLst>
        </pc:spChg>
        <pc:spChg chg="mod">
          <ac:chgData name="Marcone Luna" userId="efc2213195745a04" providerId="LiveId" clId="{BCDEC621-8EC5-4BB0-A0CB-7FD933FAE53B}" dt="2021-11-01T18:51:32.424" v="191" actId="108"/>
          <ac:spMkLst>
            <pc:docMk/>
            <pc:sldMk cId="4240273128" sldId="258"/>
            <ac:spMk id="6" creationId="{E5B7FEED-F14C-479C-A3B2-4A9C01B55D1F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8" creationId="{651D13E0-C635-4709-951C-83A689EA025F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9" creationId="{4A926B83-2B5B-4FE0-B0D4-B6E843DA7979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10" creationId="{D2F00D33-43E4-40B9-8DB0-C11A8C91C279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11" creationId="{AF7C158B-27B7-4BB7-90DA-C732BECC987A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13" creationId="{A5AEEE5A-3197-449A-AEEF-6862F89AAA7A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20" creationId="{88459610-2011-45A9-9927-DB93937D7ED2}"/>
          </ac:spMkLst>
        </pc:spChg>
        <pc:spChg chg="mod">
          <ac:chgData name="Marcone Luna" userId="efc2213195745a04" providerId="LiveId" clId="{BCDEC621-8EC5-4BB0-A0CB-7FD933FAE53B}" dt="2021-11-01T18:51:29.238" v="190" actId="108"/>
          <ac:spMkLst>
            <pc:docMk/>
            <pc:sldMk cId="4240273128" sldId="258"/>
            <ac:spMk id="21" creationId="{985ACE24-230D-4FD0-9D73-1C1D00162397}"/>
          </ac:spMkLst>
        </pc:spChg>
        <pc:grpChg chg="mod">
          <ac:chgData name="Marcone Luna" userId="efc2213195745a04" providerId="LiveId" clId="{BCDEC621-8EC5-4BB0-A0CB-7FD933FAE53B}" dt="2021-11-01T18:52:20.948" v="199" actId="1037"/>
          <ac:grpSpMkLst>
            <pc:docMk/>
            <pc:sldMk cId="4240273128" sldId="258"/>
            <ac:grpSpMk id="3" creationId="{04A38D82-6041-4EDC-8188-26A1C9E3B59F}"/>
          </ac:grpSpMkLst>
        </pc:grpChg>
        <pc:cxnChg chg="mod">
          <ac:chgData name="Marcone Luna" userId="efc2213195745a04" providerId="LiveId" clId="{BCDEC621-8EC5-4BB0-A0CB-7FD933FAE53B}" dt="2021-11-01T18:51:29.238" v="190" actId="108"/>
          <ac:cxnSpMkLst>
            <pc:docMk/>
            <pc:sldMk cId="4240273128" sldId="258"/>
            <ac:cxnSpMk id="16" creationId="{6918DA3E-3503-4867-A02E-4BA9C7DBFDA9}"/>
          </ac:cxnSpMkLst>
        </pc:cxnChg>
        <pc:cxnChg chg="mod">
          <ac:chgData name="Marcone Luna" userId="efc2213195745a04" providerId="LiveId" clId="{BCDEC621-8EC5-4BB0-A0CB-7FD933FAE53B}" dt="2021-11-01T18:51:29.238" v="190" actId="108"/>
          <ac:cxnSpMkLst>
            <pc:docMk/>
            <pc:sldMk cId="4240273128" sldId="258"/>
            <ac:cxnSpMk id="17" creationId="{202C4A50-7AAD-488E-AC58-D3A6C5AAFAC6}"/>
          </ac:cxnSpMkLst>
        </pc:cxnChg>
        <pc:cxnChg chg="mod">
          <ac:chgData name="Marcone Luna" userId="efc2213195745a04" providerId="LiveId" clId="{BCDEC621-8EC5-4BB0-A0CB-7FD933FAE53B}" dt="2021-11-01T18:51:29.238" v="190" actId="108"/>
          <ac:cxnSpMkLst>
            <pc:docMk/>
            <pc:sldMk cId="4240273128" sldId="258"/>
            <ac:cxnSpMk id="18" creationId="{B175EBCF-C3A2-4B6D-9667-1F237E7F914B}"/>
          </ac:cxnSpMkLst>
        </pc:cxnChg>
        <pc:cxnChg chg="mod">
          <ac:chgData name="Marcone Luna" userId="efc2213195745a04" providerId="LiveId" clId="{BCDEC621-8EC5-4BB0-A0CB-7FD933FAE53B}" dt="2021-11-01T18:51:29.238" v="190" actId="108"/>
          <ac:cxnSpMkLst>
            <pc:docMk/>
            <pc:sldMk cId="4240273128" sldId="258"/>
            <ac:cxnSpMk id="22" creationId="{44458431-2CD5-4EFC-A507-6E487AC3155E}"/>
          </ac:cxnSpMkLst>
        </pc:cxnChg>
      </pc:sldChg>
      <pc:sldChg chg="modSp add mod setBg">
        <pc:chgData name="Marcone Luna" userId="efc2213195745a04" providerId="LiveId" clId="{BCDEC621-8EC5-4BB0-A0CB-7FD933FAE53B}" dt="2021-11-01T18:52:23.666" v="200" actId="1037"/>
        <pc:sldMkLst>
          <pc:docMk/>
          <pc:sldMk cId="28599304" sldId="259"/>
        </pc:sldMkLst>
        <pc:spChg chg="mod">
          <ac:chgData name="Marcone Luna" userId="efc2213195745a04" providerId="LiveId" clId="{BCDEC621-8EC5-4BB0-A0CB-7FD933FAE53B}" dt="2021-11-01T18:51:42.749" v="194" actId="108"/>
          <ac:spMkLst>
            <pc:docMk/>
            <pc:sldMk cId="28599304" sldId="259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51:40.079" v="193" actId="108"/>
          <ac:spMkLst>
            <pc:docMk/>
            <pc:sldMk cId="28599304" sldId="259"/>
            <ac:spMk id="8" creationId="{651D13E0-C635-4709-951C-83A689EA025F}"/>
          </ac:spMkLst>
        </pc:spChg>
        <pc:grpChg chg="mod">
          <ac:chgData name="Marcone Luna" userId="efc2213195745a04" providerId="LiveId" clId="{BCDEC621-8EC5-4BB0-A0CB-7FD933FAE53B}" dt="2021-11-01T18:52:23.666" v="200" actId="1037"/>
          <ac:grpSpMkLst>
            <pc:docMk/>
            <pc:sldMk cId="28599304" sldId="259"/>
            <ac:grpSpMk id="3" creationId="{04A38D82-6041-4EDC-8188-26A1C9E3B59F}"/>
          </ac:grpSpMkLst>
        </pc:grpChg>
      </pc:sldChg>
      <pc:sldChg chg="del">
        <pc:chgData name="Marcone Luna" userId="efc2213195745a04" providerId="LiveId" clId="{BCDEC621-8EC5-4BB0-A0CB-7FD933FAE53B}" dt="2021-11-01T18:36:02.895" v="98" actId="47"/>
        <pc:sldMkLst>
          <pc:docMk/>
          <pc:sldMk cId="1994843439" sldId="259"/>
        </pc:sldMkLst>
      </pc:sldChg>
      <pc:sldChg chg="modSp add del mod setBg">
        <pc:chgData name="Marcone Luna" userId="efc2213195745a04" providerId="LiveId" clId="{BCDEC621-8EC5-4BB0-A0CB-7FD933FAE53B}" dt="2021-11-01T18:51:07.210" v="182" actId="47"/>
        <pc:sldMkLst>
          <pc:docMk/>
          <pc:sldMk cId="3434187695" sldId="259"/>
        </pc:sldMkLst>
        <pc:spChg chg="mod">
          <ac:chgData name="Marcone Luna" userId="efc2213195745a04" providerId="LiveId" clId="{BCDEC621-8EC5-4BB0-A0CB-7FD933FAE53B}" dt="2021-11-01T18:36:42.181" v="108" actId="108"/>
          <ac:spMkLst>
            <pc:docMk/>
            <pc:sldMk cId="3434187695" sldId="259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36:39.165" v="107" actId="108"/>
          <ac:spMkLst>
            <pc:docMk/>
            <pc:sldMk cId="3434187695" sldId="259"/>
            <ac:spMk id="8" creationId="{651D13E0-C635-4709-951C-83A689EA025F}"/>
          </ac:spMkLst>
        </pc:spChg>
      </pc:sldChg>
      <pc:sldChg chg="modSp add mod setBg">
        <pc:chgData name="Marcone Luna" userId="efc2213195745a04" providerId="LiveId" clId="{BCDEC621-8EC5-4BB0-A0CB-7FD933FAE53B}" dt="2021-11-01T18:52:27.149" v="201" actId="1037"/>
        <pc:sldMkLst>
          <pc:docMk/>
          <pc:sldMk cId="284686451" sldId="260"/>
        </pc:sldMkLst>
        <pc:spChg chg="mod">
          <ac:chgData name="Marcone Luna" userId="efc2213195745a04" providerId="LiveId" clId="{BCDEC621-8EC5-4BB0-A0CB-7FD933FAE53B}" dt="2021-11-01T18:51:52.653" v="196" actId="108"/>
          <ac:spMkLst>
            <pc:docMk/>
            <pc:sldMk cId="284686451" sldId="260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51:48.748" v="195" actId="108"/>
          <ac:spMkLst>
            <pc:docMk/>
            <pc:sldMk cId="284686451" sldId="260"/>
            <ac:spMk id="20" creationId="{88459610-2011-45A9-9927-DB93937D7ED2}"/>
          </ac:spMkLst>
        </pc:spChg>
        <pc:grpChg chg="mod">
          <ac:chgData name="Marcone Luna" userId="efc2213195745a04" providerId="LiveId" clId="{BCDEC621-8EC5-4BB0-A0CB-7FD933FAE53B}" dt="2021-11-01T18:52:27.149" v="201" actId="1037"/>
          <ac:grpSpMkLst>
            <pc:docMk/>
            <pc:sldMk cId="284686451" sldId="260"/>
            <ac:grpSpMk id="3" creationId="{04A38D82-6041-4EDC-8188-26A1C9E3B59F}"/>
          </ac:grpSpMkLst>
        </pc:grpChg>
      </pc:sldChg>
      <pc:sldChg chg="modSp add del mod setBg">
        <pc:chgData name="Marcone Luna" userId="efc2213195745a04" providerId="LiveId" clId="{BCDEC621-8EC5-4BB0-A0CB-7FD933FAE53B}" dt="2021-11-01T18:51:07.210" v="182" actId="47"/>
        <pc:sldMkLst>
          <pc:docMk/>
          <pc:sldMk cId="2255862704" sldId="260"/>
        </pc:sldMkLst>
        <pc:spChg chg="mod">
          <ac:chgData name="Marcone Luna" userId="efc2213195745a04" providerId="LiveId" clId="{BCDEC621-8EC5-4BB0-A0CB-7FD933FAE53B}" dt="2021-11-01T18:36:51.538" v="110" actId="108"/>
          <ac:spMkLst>
            <pc:docMk/>
            <pc:sldMk cId="2255862704" sldId="260"/>
            <ac:spMk id="4" creationId="{040335B2-A820-4601-BE86-BE76487FB7ED}"/>
          </ac:spMkLst>
        </pc:spChg>
        <pc:spChg chg="mod">
          <ac:chgData name="Marcone Luna" userId="efc2213195745a04" providerId="LiveId" clId="{BCDEC621-8EC5-4BB0-A0CB-7FD933FAE53B}" dt="2021-11-01T18:36:47.320" v="109" actId="108"/>
          <ac:spMkLst>
            <pc:docMk/>
            <pc:sldMk cId="2255862704" sldId="260"/>
            <ac:spMk id="20" creationId="{88459610-2011-45A9-9927-DB93937D7E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50168"/>
            <a:ext cx="4050506" cy="319452"/>
          </a:xfrm>
        </p:spPr>
        <p:txBody>
          <a:bodyPr anchor="b"/>
          <a:lstStyle>
            <a:lvl1pPr algn="ctr">
              <a:defRPr sz="8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481939"/>
            <a:ext cx="4050506" cy="221535"/>
          </a:xfrm>
        </p:spPr>
        <p:txBody>
          <a:bodyPr/>
          <a:lstStyle>
            <a:lvl1pPr marL="0" indent="0" algn="ctr">
              <a:buNone/>
              <a:defRPr sz="321"/>
            </a:lvl1pPr>
            <a:lvl2pPr marL="61173" indent="0" algn="ctr">
              <a:buNone/>
              <a:defRPr sz="268"/>
            </a:lvl2pPr>
            <a:lvl3pPr marL="122347" indent="0" algn="ctr">
              <a:buNone/>
              <a:defRPr sz="241"/>
            </a:lvl3pPr>
            <a:lvl4pPr marL="183520" indent="0" algn="ctr">
              <a:buNone/>
              <a:defRPr sz="214"/>
            </a:lvl4pPr>
            <a:lvl5pPr marL="244693" indent="0" algn="ctr">
              <a:buNone/>
              <a:defRPr sz="214"/>
            </a:lvl5pPr>
            <a:lvl6pPr marL="305867" indent="0" algn="ctr">
              <a:buNone/>
              <a:defRPr sz="214"/>
            </a:lvl6pPr>
            <a:lvl7pPr marL="367040" indent="0" algn="ctr">
              <a:buNone/>
              <a:defRPr sz="214"/>
            </a:lvl7pPr>
            <a:lvl8pPr marL="428214" indent="0" algn="ctr">
              <a:buNone/>
              <a:defRPr sz="214"/>
            </a:lvl8pPr>
            <a:lvl9pPr marL="489387" indent="0" algn="ctr">
              <a:buNone/>
              <a:defRPr sz="21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72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82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228757"/>
            <a:ext cx="4658082" cy="381686"/>
          </a:xfrm>
        </p:spPr>
        <p:txBody>
          <a:bodyPr anchor="b"/>
          <a:lstStyle>
            <a:lvl1pPr>
              <a:defRPr sz="8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614053"/>
            <a:ext cx="4658082" cy="200719"/>
          </a:xfrm>
        </p:spPr>
        <p:txBody>
          <a:bodyPr/>
          <a:lstStyle>
            <a:lvl1pPr marL="0" indent="0">
              <a:buNone/>
              <a:defRPr sz="321">
                <a:solidFill>
                  <a:schemeClr val="tx1">
                    <a:tint val="75000"/>
                  </a:schemeClr>
                </a:solidFill>
              </a:defRPr>
            </a:lvl1pPr>
            <a:lvl2pPr marL="61173" indent="0">
              <a:buNone/>
              <a:defRPr sz="268">
                <a:solidFill>
                  <a:schemeClr val="tx1">
                    <a:tint val="75000"/>
                  </a:schemeClr>
                </a:solidFill>
              </a:defRPr>
            </a:lvl2pPr>
            <a:lvl3pPr marL="122347" indent="0">
              <a:buNone/>
              <a:defRPr sz="241">
                <a:solidFill>
                  <a:schemeClr val="tx1">
                    <a:tint val="75000"/>
                  </a:schemeClr>
                </a:solidFill>
              </a:defRPr>
            </a:lvl3pPr>
            <a:lvl4pPr marL="183520" indent="0">
              <a:buNone/>
              <a:defRPr sz="214">
                <a:solidFill>
                  <a:schemeClr val="tx1">
                    <a:tint val="75000"/>
                  </a:schemeClr>
                </a:solidFill>
              </a:defRPr>
            </a:lvl4pPr>
            <a:lvl5pPr marL="244693" indent="0">
              <a:buNone/>
              <a:defRPr sz="214">
                <a:solidFill>
                  <a:schemeClr val="tx1">
                    <a:tint val="75000"/>
                  </a:schemeClr>
                </a:solidFill>
              </a:defRPr>
            </a:lvl5pPr>
            <a:lvl6pPr marL="305867" indent="0">
              <a:buNone/>
              <a:defRPr sz="214">
                <a:solidFill>
                  <a:schemeClr val="tx1">
                    <a:tint val="75000"/>
                  </a:schemeClr>
                </a:solidFill>
              </a:defRPr>
            </a:lvl6pPr>
            <a:lvl7pPr marL="367040" indent="0">
              <a:buNone/>
              <a:defRPr sz="214">
                <a:solidFill>
                  <a:schemeClr val="tx1">
                    <a:tint val="75000"/>
                  </a:schemeClr>
                </a:solidFill>
              </a:defRPr>
            </a:lvl7pPr>
            <a:lvl8pPr marL="428214" indent="0">
              <a:buNone/>
              <a:defRPr sz="214">
                <a:solidFill>
                  <a:schemeClr val="tx1">
                    <a:tint val="75000"/>
                  </a:schemeClr>
                </a:solidFill>
              </a:defRPr>
            </a:lvl8pPr>
            <a:lvl9pPr marL="489387" indent="0">
              <a:buNone/>
              <a:defRPr sz="2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76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244262"/>
            <a:ext cx="2295287" cy="5821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244262"/>
            <a:ext cx="2295287" cy="5821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08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8853"/>
            <a:ext cx="4658082" cy="17735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224934"/>
            <a:ext cx="2284738" cy="110236"/>
          </a:xfrm>
        </p:spPr>
        <p:txBody>
          <a:bodyPr anchor="b"/>
          <a:lstStyle>
            <a:lvl1pPr marL="0" indent="0">
              <a:buNone/>
              <a:defRPr sz="321" b="1"/>
            </a:lvl1pPr>
            <a:lvl2pPr marL="61173" indent="0">
              <a:buNone/>
              <a:defRPr sz="268" b="1"/>
            </a:lvl2pPr>
            <a:lvl3pPr marL="122347" indent="0">
              <a:buNone/>
              <a:defRPr sz="241" b="1"/>
            </a:lvl3pPr>
            <a:lvl4pPr marL="183520" indent="0">
              <a:buNone/>
              <a:defRPr sz="214" b="1"/>
            </a:lvl4pPr>
            <a:lvl5pPr marL="244693" indent="0">
              <a:buNone/>
              <a:defRPr sz="214" b="1"/>
            </a:lvl5pPr>
            <a:lvl6pPr marL="305867" indent="0">
              <a:buNone/>
              <a:defRPr sz="214" b="1"/>
            </a:lvl6pPr>
            <a:lvl7pPr marL="367040" indent="0">
              <a:buNone/>
              <a:defRPr sz="214" b="1"/>
            </a:lvl7pPr>
            <a:lvl8pPr marL="428214" indent="0">
              <a:buNone/>
              <a:defRPr sz="214" b="1"/>
            </a:lvl8pPr>
            <a:lvl9pPr marL="489387" indent="0">
              <a:buNone/>
              <a:defRPr sz="21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335170"/>
            <a:ext cx="2284738" cy="4929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224934"/>
            <a:ext cx="2295990" cy="110236"/>
          </a:xfrm>
        </p:spPr>
        <p:txBody>
          <a:bodyPr anchor="b"/>
          <a:lstStyle>
            <a:lvl1pPr marL="0" indent="0">
              <a:buNone/>
              <a:defRPr sz="321" b="1"/>
            </a:lvl1pPr>
            <a:lvl2pPr marL="61173" indent="0">
              <a:buNone/>
              <a:defRPr sz="268" b="1"/>
            </a:lvl2pPr>
            <a:lvl3pPr marL="122347" indent="0">
              <a:buNone/>
              <a:defRPr sz="241" b="1"/>
            </a:lvl3pPr>
            <a:lvl4pPr marL="183520" indent="0">
              <a:buNone/>
              <a:defRPr sz="214" b="1"/>
            </a:lvl4pPr>
            <a:lvl5pPr marL="244693" indent="0">
              <a:buNone/>
              <a:defRPr sz="214" b="1"/>
            </a:lvl5pPr>
            <a:lvl6pPr marL="305867" indent="0">
              <a:buNone/>
              <a:defRPr sz="214" b="1"/>
            </a:lvl6pPr>
            <a:lvl7pPr marL="367040" indent="0">
              <a:buNone/>
              <a:defRPr sz="214" b="1"/>
            </a:lvl7pPr>
            <a:lvl8pPr marL="428214" indent="0">
              <a:buNone/>
              <a:defRPr sz="214" b="1"/>
            </a:lvl8pPr>
            <a:lvl9pPr marL="489387" indent="0">
              <a:buNone/>
              <a:defRPr sz="21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335170"/>
            <a:ext cx="2295990" cy="4929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55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85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95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61172"/>
            <a:ext cx="1741858" cy="214101"/>
          </a:xfrm>
        </p:spPr>
        <p:txBody>
          <a:bodyPr anchor="b"/>
          <a:lstStyle>
            <a:lvl1pPr>
              <a:defRPr sz="4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132114"/>
            <a:ext cx="2734092" cy="652073"/>
          </a:xfrm>
        </p:spPr>
        <p:txBody>
          <a:bodyPr/>
          <a:lstStyle>
            <a:lvl1pPr>
              <a:defRPr sz="428"/>
            </a:lvl1pPr>
            <a:lvl2pPr>
              <a:defRPr sz="375"/>
            </a:lvl2pPr>
            <a:lvl3pPr>
              <a:defRPr sz="321"/>
            </a:lvl3pPr>
            <a:lvl4pPr>
              <a:defRPr sz="268"/>
            </a:lvl4pPr>
            <a:lvl5pPr>
              <a:defRPr sz="268"/>
            </a:lvl5pPr>
            <a:lvl6pPr>
              <a:defRPr sz="268"/>
            </a:lvl6pPr>
            <a:lvl7pPr>
              <a:defRPr sz="268"/>
            </a:lvl7pPr>
            <a:lvl8pPr>
              <a:defRPr sz="268"/>
            </a:lvl8pPr>
            <a:lvl9pPr>
              <a:defRPr sz="26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75273"/>
            <a:ext cx="1741858" cy="509976"/>
          </a:xfrm>
        </p:spPr>
        <p:txBody>
          <a:bodyPr/>
          <a:lstStyle>
            <a:lvl1pPr marL="0" indent="0">
              <a:buNone/>
              <a:defRPr sz="214"/>
            </a:lvl1pPr>
            <a:lvl2pPr marL="61173" indent="0">
              <a:buNone/>
              <a:defRPr sz="187"/>
            </a:lvl2pPr>
            <a:lvl3pPr marL="122347" indent="0">
              <a:buNone/>
              <a:defRPr sz="161"/>
            </a:lvl3pPr>
            <a:lvl4pPr marL="183520" indent="0">
              <a:buNone/>
              <a:defRPr sz="134"/>
            </a:lvl4pPr>
            <a:lvl5pPr marL="244693" indent="0">
              <a:buNone/>
              <a:defRPr sz="134"/>
            </a:lvl5pPr>
            <a:lvl6pPr marL="305867" indent="0">
              <a:buNone/>
              <a:defRPr sz="134"/>
            </a:lvl6pPr>
            <a:lvl7pPr marL="367040" indent="0">
              <a:buNone/>
              <a:defRPr sz="134"/>
            </a:lvl7pPr>
            <a:lvl8pPr marL="428214" indent="0">
              <a:buNone/>
              <a:defRPr sz="134"/>
            </a:lvl8pPr>
            <a:lvl9pPr marL="489387" indent="0">
              <a:buNone/>
              <a:defRPr sz="13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45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61172"/>
            <a:ext cx="1741858" cy="214101"/>
          </a:xfrm>
        </p:spPr>
        <p:txBody>
          <a:bodyPr anchor="b"/>
          <a:lstStyle>
            <a:lvl1pPr>
              <a:defRPr sz="4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132114"/>
            <a:ext cx="2734092" cy="652073"/>
          </a:xfrm>
        </p:spPr>
        <p:txBody>
          <a:bodyPr anchor="t"/>
          <a:lstStyle>
            <a:lvl1pPr marL="0" indent="0">
              <a:buNone/>
              <a:defRPr sz="428"/>
            </a:lvl1pPr>
            <a:lvl2pPr marL="61173" indent="0">
              <a:buNone/>
              <a:defRPr sz="375"/>
            </a:lvl2pPr>
            <a:lvl3pPr marL="122347" indent="0">
              <a:buNone/>
              <a:defRPr sz="321"/>
            </a:lvl3pPr>
            <a:lvl4pPr marL="183520" indent="0">
              <a:buNone/>
              <a:defRPr sz="268"/>
            </a:lvl4pPr>
            <a:lvl5pPr marL="244693" indent="0">
              <a:buNone/>
              <a:defRPr sz="268"/>
            </a:lvl5pPr>
            <a:lvl6pPr marL="305867" indent="0">
              <a:buNone/>
              <a:defRPr sz="268"/>
            </a:lvl6pPr>
            <a:lvl7pPr marL="367040" indent="0">
              <a:buNone/>
              <a:defRPr sz="268"/>
            </a:lvl7pPr>
            <a:lvl8pPr marL="428214" indent="0">
              <a:buNone/>
              <a:defRPr sz="268"/>
            </a:lvl8pPr>
            <a:lvl9pPr marL="489387" indent="0">
              <a:buNone/>
              <a:defRPr sz="268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75273"/>
            <a:ext cx="1741858" cy="509976"/>
          </a:xfrm>
        </p:spPr>
        <p:txBody>
          <a:bodyPr/>
          <a:lstStyle>
            <a:lvl1pPr marL="0" indent="0">
              <a:buNone/>
              <a:defRPr sz="214"/>
            </a:lvl1pPr>
            <a:lvl2pPr marL="61173" indent="0">
              <a:buNone/>
              <a:defRPr sz="187"/>
            </a:lvl2pPr>
            <a:lvl3pPr marL="122347" indent="0">
              <a:buNone/>
              <a:defRPr sz="161"/>
            </a:lvl3pPr>
            <a:lvl4pPr marL="183520" indent="0">
              <a:buNone/>
              <a:defRPr sz="134"/>
            </a:lvl4pPr>
            <a:lvl5pPr marL="244693" indent="0">
              <a:buNone/>
              <a:defRPr sz="134"/>
            </a:lvl5pPr>
            <a:lvl6pPr marL="305867" indent="0">
              <a:buNone/>
              <a:defRPr sz="134"/>
            </a:lvl6pPr>
            <a:lvl7pPr marL="367040" indent="0">
              <a:buNone/>
              <a:defRPr sz="134"/>
            </a:lvl7pPr>
            <a:lvl8pPr marL="428214" indent="0">
              <a:buNone/>
              <a:defRPr sz="134"/>
            </a:lvl8pPr>
            <a:lvl9pPr marL="489387" indent="0">
              <a:buNone/>
              <a:defRPr sz="13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573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33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48853"/>
            <a:ext cx="1164521" cy="77760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48853"/>
            <a:ext cx="3426053" cy="77760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329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48853"/>
            <a:ext cx="4658082" cy="177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244262"/>
            <a:ext cx="4658082" cy="582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850456"/>
            <a:ext cx="1215152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69538-9E32-4B17-9BCC-5D3DCDA5F770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850456"/>
            <a:ext cx="1822728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850456"/>
            <a:ext cx="1215152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5367B-40E7-41D5-BC7D-CF9972F6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13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22347" rtl="0" eaLnBrk="1" latinLnBrk="0" hangingPunct="1">
        <a:lnSpc>
          <a:spcPct val="90000"/>
        </a:lnSpc>
        <a:spcBef>
          <a:spcPct val="0"/>
        </a:spcBef>
        <a:buNone/>
        <a:defRPr sz="5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87" indent="-30587" algn="l" defTabSz="122347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375" kern="1200">
          <a:solidFill>
            <a:schemeClr val="tx1"/>
          </a:solidFill>
          <a:latin typeface="+mn-lt"/>
          <a:ea typeface="+mn-ea"/>
          <a:cs typeface="+mn-cs"/>
        </a:defRPr>
      </a:lvl1pPr>
      <a:lvl2pPr marL="9176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1" kern="1200">
          <a:solidFill>
            <a:schemeClr val="tx1"/>
          </a:solidFill>
          <a:latin typeface="+mn-lt"/>
          <a:ea typeface="+mn-ea"/>
          <a:cs typeface="+mn-cs"/>
        </a:defRPr>
      </a:lvl2pPr>
      <a:lvl3pPr marL="152933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3pPr>
      <a:lvl4pPr marL="214107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4pPr>
      <a:lvl5pPr marL="27528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5pPr>
      <a:lvl6pPr marL="336453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6pPr>
      <a:lvl7pPr marL="397627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7pPr>
      <a:lvl8pPr marL="45880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8pPr>
      <a:lvl9pPr marL="519974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1pPr>
      <a:lvl2pPr marL="61173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2pPr>
      <a:lvl3pPr marL="12234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3pPr>
      <a:lvl4pPr marL="18352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4pPr>
      <a:lvl5pPr marL="244693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5pPr>
      <a:lvl6pPr marL="30586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6pPr>
      <a:lvl7pPr marL="36704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7pPr>
      <a:lvl8pPr marL="428214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8pPr>
      <a:lvl9pPr marL="48938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04A38D82-6041-4EDC-8188-26A1C9E3B59F}"/>
              </a:ext>
            </a:extLst>
          </p:cNvPr>
          <p:cNvGrpSpPr>
            <a:grpSpLocks noChangeAspect="1"/>
          </p:cNvGrpSpPr>
          <p:nvPr/>
        </p:nvGrpSpPr>
        <p:grpSpPr>
          <a:xfrm>
            <a:off x="182157" y="72151"/>
            <a:ext cx="5028399" cy="868835"/>
            <a:chOff x="261154" y="181757"/>
            <a:chExt cx="4626127" cy="806546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2F00D33-43E4-40B9-8DB0-C11A8C91C279}"/>
                </a:ext>
              </a:extLst>
            </p:cNvPr>
            <p:cNvSpPr txBox="1"/>
            <p:nvPr/>
          </p:nvSpPr>
          <p:spPr>
            <a:xfrm>
              <a:off x="1095391" y="741758"/>
              <a:ext cx="914648" cy="246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26" dirty="0">
                  <a:latin typeface="Arial" panose="020B0604020202020204" pitchFamily="34" charset="0"/>
                  <a:cs typeface="Arial" panose="020B0604020202020204" pitchFamily="34" charset="0"/>
                </a:rPr>
                <a:t>Atendimento</a:t>
              </a: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6918DA3E-3503-4867-A02E-4BA9C7DBFDA9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01273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202C4A50-7AAD-488E-AC58-D3A6C5AAFAC6}"/>
                </a:ext>
              </a:extLst>
            </p:cNvPr>
            <p:cNvCxnSpPr/>
            <p:nvPr/>
          </p:nvCxnSpPr>
          <p:spPr>
            <a:xfrm>
              <a:off x="1822775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B175EBCF-C3A2-4B6D-9667-1F237E7F914B}"/>
                </a:ext>
              </a:extLst>
            </p:cNvPr>
            <p:cNvCxnSpPr/>
            <p:nvPr/>
          </p:nvCxnSpPr>
          <p:spPr>
            <a:xfrm>
              <a:off x="2844277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44458431-2CD5-4EFC-A507-6E487AC3155E}"/>
                </a:ext>
              </a:extLst>
            </p:cNvPr>
            <p:cNvCxnSpPr/>
            <p:nvPr/>
          </p:nvCxnSpPr>
          <p:spPr>
            <a:xfrm>
              <a:off x="3865779" y="455937"/>
              <a:ext cx="481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040335B2-A820-4601-BE86-BE76487FB7ED}"/>
                </a:ext>
              </a:extLst>
            </p:cNvPr>
            <p:cNvSpPr/>
            <p:nvPr/>
          </p:nvSpPr>
          <p:spPr>
            <a:xfrm>
              <a:off x="261154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Fluxograma: Conector 4">
              <a:extLst>
                <a:ext uri="{FF2B5EF4-FFF2-40B4-BE49-F238E27FC236}">
                  <a16:creationId xmlns:a16="http://schemas.microsoft.com/office/drawing/2014/main" id="{17B5E8F8-3C8B-4A9C-957E-059DCC9F543F}"/>
                </a:ext>
              </a:extLst>
            </p:cNvPr>
            <p:cNvSpPr/>
            <p:nvPr/>
          </p:nvSpPr>
          <p:spPr>
            <a:xfrm>
              <a:off x="1282656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Fluxograma: Conector 5">
              <a:extLst>
                <a:ext uri="{FF2B5EF4-FFF2-40B4-BE49-F238E27FC236}">
                  <a16:creationId xmlns:a16="http://schemas.microsoft.com/office/drawing/2014/main" id="{E5B7FEED-F14C-479C-A3B2-4A9C01B55D1F}"/>
                </a:ext>
              </a:extLst>
            </p:cNvPr>
            <p:cNvSpPr/>
            <p:nvPr/>
          </p:nvSpPr>
          <p:spPr>
            <a:xfrm>
              <a:off x="2304158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Fluxograma: Conector 7">
              <a:extLst>
                <a:ext uri="{FF2B5EF4-FFF2-40B4-BE49-F238E27FC236}">
                  <a16:creationId xmlns:a16="http://schemas.microsoft.com/office/drawing/2014/main" id="{651D13E0-C635-4709-951C-83A689EA025F}"/>
                </a:ext>
              </a:extLst>
            </p:cNvPr>
            <p:cNvSpPr/>
            <p:nvPr/>
          </p:nvSpPr>
          <p:spPr>
            <a:xfrm>
              <a:off x="3325659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Fluxograma: Conector 19">
              <a:extLst>
                <a:ext uri="{FF2B5EF4-FFF2-40B4-BE49-F238E27FC236}">
                  <a16:creationId xmlns:a16="http://schemas.microsoft.com/office/drawing/2014/main" id="{88459610-2011-45A9-9927-DB93937D7ED2}"/>
                </a:ext>
              </a:extLst>
            </p:cNvPr>
            <p:cNvSpPr/>
            <p:nvPr/>
          </p:nvSpPr>
          <p:spPr>
            <a:xfrm>
              <a:off x="4347162" y="185878"/>
              <a:ext cx="540119" cy="540118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B1768D9-740B-4448-BA07-B3C81D3A4CA0}"/>
              </a:ext>
            </a:extLst>
          </p:cNvPr>
          <p:cNvSpPr txBox="1"/>
          <p:nvPr/>
        </p:nvSpPr>
        <p:spPr>
          <a:xfrm>
            <a:off x="2267393" y="675400"/>
            <a:ext cx="857927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Atualizado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A91F204-0370-4D55-BDF8-CC29D292B179}"/>
              </a:ext>
            </a:extLst>
          </p:cNvPr>
          <p:cNvSpPr txBox="1"/>
          <p:nvPr/>
        </p:nvSpPr>
        <p:spPr>
          <a:xfrm>
            <a:off x="3317607" y="675400"/>
            <a:ext cx="978153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Solucionado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E6D1BFB-02D6-4F41-A176-D494B2F8AA7B}"/>
              </a:ext>
            </a:extLst>
          </p:cNvPr>
          <p:cNvSpPr txBox="1"/>
          <p:nvPr/>
        </p:nvSpPr>
        <p:spPr>
          <a:xfrm>
            <a:off x="4544154" y="675400"/>
            <a:ext cx="745717" cy="26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Fechado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5C4254-9A4C-0FDA-574F-65680794D117}"/>
              </a:ext>
            </a:extLst>
          </p:cNvPr>
          <p:cNvSpPr txBox="1"/>
          <p:nvPr/>
        </p:nvSpPr>
        <p:spPr>
          <a:xfrm>
            <a:off x="170969" y="675400"/>
            <a:ext cx="609462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Aberto</a:t>
            </a:r>
          </a:p>
        </p:txBody>
      </p:sp>
    </p:spTree>
    <p:extLst>
      <p:ext uri="{BB962C8B-B14F-4D97-AF65-F5344CB8AC3E}">
        <p14:creationId xmlns:p14="http://schemas.microsoft.com/office/powerpoint/2010/main" val="364761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728B0-C52A-7A06-63A0-D8CA00BC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1325F514-711A-E430-F837-57B940755C5E}"/>
              </a:ext>
            </a:extLst>
          </p:cNvPr>
          <p:cNvGrpSpPr>
            <a:grpSpLocks noChangeAspect="1"/>
          </p:cNvGrpSpPr>
          <p:nvPr/>
        </p:nvGrpSpPr>
        <p:grpSpPr>
          <a:xfrm>
            <a:off x="182157" y="72151"/>
            <a:ext cx="5028399" cy="868835"/>
            <a:chOff x="261154" y="181757"/>
            <a:chExt cx="4626127" cy="806546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333212F0-FDCB-183D-8294-F4F747C3994B}"/>
                </a:ext>
              </a:extLst>
            </p:cNvPr>
            <p:cNvSpPr txBox="1"/>
            <p:nvPr/>
          </p:nvSpPr>
          <p:spPr>
            <a:xfrm>
              <a:off x="1095391" y="741758"/>
              <a:ext cx="914648" cy="246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26" dirty="0">
                  <a:latin typeface="Arial" panose="020B0604020202020204" pitchFamily="34" charset="0"/>
                  <a:cs typeface="Arial" panose="020B0604020202020204" pitchFamily="34" charset="0"/>
                </a:rPr>
                <a:t>Atendimento</a:t>
              </a: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DE8B687A-4563-EF3F-EBDB-57765EC66803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01273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A2E5F0C8-0448-BA21-9B9A-779B8117165F}"/>
                </a:ext>
              </a:extLst>
            </p:cNvPr>
            <p:cNvCxnSpPr/>
            <p:nvPr/>
          </p:nvCxnSpPr>
          <p:spPr>
            <a:xfrm>
              <a:off x="1822775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F3788757-F01A-2CA5-8175-AAE39B860724}"/>
                </a:ext>
              </a:extLst>
            </p:cNvPr>
            <p:cNvCxnSpPr/>
            <p:nvPr/>
          </p:nvCxnSpPr>
          <p:spPr>
            <a:xfrm>
              <a:off x="2844277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0F965EAC-BC8B-79FA-7579-960CFBE39D02}"/>
                </a:ext>
              </a:extLst>
            </p:cNvPr>
            <p:cNvCxnSpPr/>
            <p:nvPr/>
          </p:nvCxnSpPr>
          <p:spPr>
            <a:xfrm>
              <a:off x="3865779" y="455937"/>
              <a:ext cx="481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3D2CDE4A-2D01-5836-8696-5662AE795D34}"/>
                </a:ext>
              </a:extLst>
            </p:cNvPr>
            <p:cNvSpPr/>
            <p:nvPr/>
          </p:nvSpPr>
          <p:spPr>
            <a:xfrm>
              <a:off x="261154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Fluxograma: Conector 4">
              <a:extLst>
                <a:ext uri="{FF2B5EF4-FFF2-40B4-BE49-F238E27FC236}">
                  <a16:creationId xmlns:a16="http://schemas.microsoft.com/office/drawing/2014/main" id="{43E8EB56-47FD-3CC7-3087-29F63BF2782B}"/>
                </a:ext>
              </a:extLst>
            </p:cNvPr>
            <p:cNvSpPr/>
            <p:nvPr/>
          </p:nvSpPr>
          <p:spPr>
            <a:xfrm>
              <a:off x="1282656" y="181757"/>
              <a:ext cx="540119" cy="540119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Fluxograma: Conector 5">
              <a:extLst>
                <a:ext uri="{FF2B5EF4-FFF2-40B4-BE49-F238E27FC236}">
                  <a16:creationId xmlns:a16="http://schemas.microsoft.com/office/drawing/2014/main" id="{CAD1C30D-DBC0-F39F-A244-511552FFB020}"/>
                </a:ext>
              </a:extLst>
            </p:cNvPr>
            <p:cNvSpPr/>
            <p:nvPr/>
          </p:nvSpPr>
          <p:spPr>
            <a:xfrm>
              <a:off x="2304158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Fluxograma: Conector 7">
              <a:extLst>
                <a:ext uri="{FF2B5EF4-FFF2-40B4-BE49-F238E27FC236}">
                  <a16:creationId xmlns:a16="http://schemas.microsoft.com/office/drawing/2014/main" id="{C62649FD-E4B5-C377-C436-FFF1A333AB33}"/>
                </a:ext>
              </a:extLst>
            </p:cNvPr>
            <p:cNvSpPr/>
            <p:nvPr/>
          </p:nvSpPr>
          <p:spPr>
            <a:xfrm>
              <a:off x="3325659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Fluxograma: Conector 19">
              <a:extLst>
                <a:ext uri="{FF2B5EF4-FFF2-40B4-BE49-F238E27FC236}">
                  <a16:creationId xmlns:a16="http://schemas.microsoft.com/office/drawing/2014/main" id="{8E5E82F1-9F31-10F1-9E9E-8DF29F6A6D6F}"/>
                </a:ext>
              </a:extLst>
            </p:cNvPr>
            <p:cNvSpPr/>
            <p:nvPr/>
          </p:nvSpPr>
          <p:spPr>
            <a:xfrm>
              <a:off x="4347162" y="185878"/>
              <a:ext cx="540119" cy="540118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649533-292C-86BD-9D2A-95FDDDB2C3FE}"/>
              </a:ext>
            </a:extLst>
          </p:cNvPr>
          <p:cNvSpPr txBox="1"/>
          <p:nvPr/>
        </p:nvSpPr>
        <p:spPr>
          <a:xfrm>
            <a:off x="2267393" y="675400"/>
            <a:ext cx="857927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Atualizado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37CB840-C26E-4C25-F62C-99CFC6512BDE}"/>
              </a:ext>
            </a:extLst>
          </p:cNvPr>
          <p:cNvSpPr txBox="1"/>
          <p:nvPr/>
        </p:nvSpPr>
        <p:spPr>
          <a:xfrm>
            <a:off x="3317607" y="675400"/>
            <a:ext cx="978153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Solucionado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985158F-15ED-482F-470F-B3B6CFCBE4F5}"/>
              </a:ext>
            </a:extLst>
          </p:cNvPr>
          <p:cNvSpPr txBox="1"/>
          <p:nvPr/>
        </p:nvSpPr>
        <p:spPr>
          <a:xfrm>
            <a:off x="4544154" y="675400"/>
            <a:ext cx="745717" cy="26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Fechado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6CEED1-2926-BF22-A47C-9DD7833B4C27}"/>
              </a:ext>
            </a:extLst>
          </p:cNvPr>
          <p:cNvSpPr txBox="1"/>
          <p:nvPr/>
        </p:nvSpPr>
        <p:spPr>
          <a:xfrm>
            <a:off x="170969" y="675400"/>
            <a:ext cx="609462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Aberto</a:t>
            </a:r>
          </a:p>
        </p:txBody>
      </p:sp>
    </p:spTree>
    <p:extLst>
      <p:ext uri="{BB962C8B-B14F-4D97-AF65-F5344CB8AC3E}">
        <p14:creationId xmlns:p14="http://schemas.microsoft.com/office/powerpoint/2010/main" val="86969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41309-6D0B-E527-CE5E-313FCAE1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F318B5D8-F2E4-70AF-D015-4B717C72D236}"/>
              </a:ext>
            </a:extLst>
          </p:cNvPr>
          <p:cNvGrpSpPr>
            <a:grpSpLocks noChangeAspect="1"/>
          </p:cNvGrpSpPr>
          <p:nvPr/>
        </p:nvGrpSpPr>
        <p:grpSpPr>
          <a:xfrm>
            <a:off x="182157" y="72151"/>
            <a:ext cx="5028399" cy="868835"/>
            <a:chOff x="261154" y="181757"/>
            <a:chExt cx="4626127" cy="806546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8C469E40-0530-319A-90C9-23739DDA7214}"/>
                </a:ext>
              </a:extLst>
            </p:cNvPr>
            <p:cNvSpPr txBox="1"/>
            <p:nvPr/>
          </p:nvSpPr>
          <p:spPr>
            <a:xfrm>
              <a:off x="1095391" y="741758"/>
              <a:ext cx="914648" cy="246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26" dirty="0">
                  <a:latin typeface="Arial" panose="020B0604020202020204" pitchFamily="34" charset="0"/>
                  <a:cs typeface="Arial" panose="020B0604020202020204" pitchFamily="34" charset="0"/>
                </a:rPr>
                <a:t>Atendimento</a:t>
              </a: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D46CE119-9935-765D-1F36-2CC3A656C255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01273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9C989646-C30B-5FA8-9C89-F686120464E9}"/>
                </a:ext>
              </a:extLst>
            </p:cNvPr>
            <p:cNvCxnSpPr/>
            <p:nvPr/>
          </p:nvCxnSpPr>
          <p:spPr>
            <a:xfrm>
              <a:off x="1822775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B44FAACF-ED41-AD62-9C70-BF9B2105B6F2}"/>
                </a:ext>
              </a:extLst>
            </p:cNvPr>
            <p:cNvCxnSpPr/>
            <p:nvPr/>
          </p:nvCxnSpPr>
          <p:spPr>
            <a:xfrm>
              <a:off x="2844277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5714074B-12AC-671E-4DB6-130B6971E7DA}"/>
                </a:ext>
              </a:extLst>
            </p:cNvPr>
            <p:cNvCxnSpPr/>
            <p:nvPr/>
          </p:nvCxnSpPr>
          <p:spPr>
            <a:xfrm>
              <a:off x="3865779" y="455937"/>
              <a:ext cx="481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BE63004E-289A-485A-DABE-14B52C0756AF}"/>
                </a:ext>
              </a:extLst>
            </p:cNvPr>
            <p:cNvSpPr/>
            <p:nvPr/>
          </p:nvSpPr>
          <p:spPr>
            <a:xfrm>
              <a:off x="261154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Fluxograma: Conector 4">
              <a:extLst>
                <a:ext uri="{FF2B5EF4-FFF2-40B4-BE49-F238E27FC236}">
                  <a16:creationId xmlns:a16="http://schemas.microsoft.com/office/drawing/2014/main" id="{FC109053-E07A-89C7-58D5-455027A80942}"/>
                </a:ext>
              </a:extLst>
            </p:cNvPr>
            <p:cNvSpPr/>
            <p:nvPr/>
          </p:nvSpPr>
          <p:spPr>
            <a:xfrm>
              <a:off x="1282656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Fluxograma: Conector 5">
              <a:extLst>
                <a:ext uri="{FF2B5EF4-FFF2-40B4-BE49-F238E27FC236}">
                  <a16:creationId xmlns:a16="http://schemas.microsoft.com/office/drawing/2014/main" id="{888BC1F2-3380-C17B-096B-1916AD470A08}"/>
                </a:ext>
              </a:extLst>
            </p:cNvPr>
            <p:cNvSpPr/>
            <p:nvPr/>
          </p:nvSpPr>
          <p:spPr>
            <a:xfrm>
              <a:off x="2304158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Fluxograma: Conector 7">
              <a:extLst>
                <a:ext uri="{FF2B5EF4-FFF2-40B4-BE49-F238E27FC236}">
                  <a16:creationId xmlns:a16="http://schemas.microsoft.com/office/drawing/2014/main" id="{EDAE14A7-8E73-171B-2E73-EE141C494852}"/>
                </a:ext>
              </a:extLst>
            </p:cNvPr>
            <p:cNvSpPr/>
            <p:nvPr/>
          </p:nvSpPr>
          <p:spPr>
            <a:xfrm>
              <a:off x="3325659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Fluxograma: Conector 19">
              <a:extLst>
                <a:ext uri="{FF2B5EF4-FFF2-40B4-BE49-F238E27FC236}">
                  <a16:creationId xmlns:a16="http://schemas.microsoft.com/office/drawing/2014/main" id="{E4D0589F-7491-E8B3-992B-44CAF1A6BD5F}"/>
                </a:ext>
              </a:extLst>
            </p:cNvPr>
            <p:cNvSpPr/>
            <p:nvPr/>
          </p:nvSpPr>
          <p:spPr>
            <a:xfrm>
              <a:off x="4347162" y="185878"/>
              <a:ext cx="540119" cy="540118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F1D534-4CB4-E9A3-3D96-A878A058C35A}"/>
              </a:ext>
            </a:extLst>
          </p:cNvPr>
          <p:cNvSpPr txBox="1"/>
          <p:nvPr/>
        </p:nvSpPr>
        <p:spPr>
          <a:xfrm>
            <a:off x="2267393" y="675400"/>
            <a:ext cx="857927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Atualizado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6FCD481-4F4E-A9CA-9246-4337BA33CC92}"/>
              </a:ext>
            </a:extLst>
          </p:cNvPr>
          <p:cNvSpPr txBox="1"/>
          <p:nvPr/>
        </p:nvSpPr>
        <p:spPr>
          <a:xfrm>
            <a:off x="3317607" y="675400"/>
            <a:ext cx="978153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Solucionado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7C1F7AC-9863-08A7-BCF7-135437D46DCC}"/>
              </a:ext>
            </a:extLst>
          </p:cNvPr>
          <p:cNvSpPr txBox="1"/>
          <p:nvPr/>
        </p:nvSpPr>
        <p:spPr>
          <a:xfrm>
            <a:off x="4544154" y="675400"/>
            <a:ext cx="745717" cy="26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Fechado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B731B94-FACD-1D2E-02FC-24C76ADA6769}"/>
              </a:ext>
            </a:extLst>
          </p:cNvPr>
          <p:cNvSpPr txBox="1"/>
          <p:nvPr/>
        </p:nvSpPr>
        <p:spPr>
          <a:xfrm>
            <a:off x="170969" y="675400"/>
            <a:ext cx="609462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Aberto</a:t>
            </a:r>
          </a:p>
        </p:txBody>
      </p:sp>
    </p:spTree>
    <p:extLst>
      <p:ext uri="{BB962C8B-B14F-4D97-AF65-F5344CB8AC3E}">
        <p14:creationId xmlns:p14="http://schemas.microsoft.com/office/powerpoint/2010/main" val="180350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C2EED-A84D-7723-671E-B9937185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9974FD5-4110-5A13-537D-76AE451E08B5}"/>
              </a:ext>
            </a:extLst>
          </p:cNvPr>
          <p:cNvGrpSpPr>
            <a:grpSpLocks noChangeAspect="1"/>
          </p:cNvGrpSpPr>
          <p:nvPr/>
        </p:nvGrpSpPr>
        <p:grpSpPr>
          <a:xfrm>
            <a:off x="182157" y="72151"/>
            <a:ext cx="5028399" cy="868835"/>
            <a:chOff x="261154" y="181757"/>
            <a:chExt cx="4626127" cy="806546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81AF3236-0DF8-AB13-5C2B-99A3F5521EAF}"/>
                </a:ext>
              </a:extLst>
            </p:cNvPr>
            <p:cNvSpPr txBox="1"/>
            <p:nvPr/>
          </p:nvSpPr>
          <p:spPr>
            <a:xfrm>
              <a:off x="1095391" y="741758"/>
              <a:ext cx="914648" cy="246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26" dirty="0">
                  <a:latin typeface="Arial" panose="020B0604020202020204" pitchFamily="34" charset="0"/>
                  <a:cs typeface="Arial" panose="020B0604020202020204" pitchFamily="34" charset="0"/>
                </a:rPr>
                <a:t>Atendimento</a:t>
              </a: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9BD23E5E-919A-C9C5-15B5-1FD6D2528E2A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01273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F15716C9-788D-3EBE-00CE-C7795062EEFF}"/>
                </a:ext>
              </a:extLst>
            </p:cNvPr>
            <p:cNvCxnSpPr/>
            <p:nvPr/>
          </p:nvCxnSpPr>
          <p:spPr>
            <a:xfrm>
              <a:off x="1822775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DE65CD7A-0706-C442-D3D0-DB0FE5A84776}"/>
                </a:ext>
              </a:extLst>
            </p:cNvPr>
            <p:cNvCxnSpPr/>
            <p:nvPr/>
          </p:nvCxnSpPr>
          <p:spPr>
            <a:xfrm>
              <a:off x="2844277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0023DFF6-BB2F-741D-0583-0D12D1AD65E0}"/>
                </a:ext>
              </a:extLst>
            </p:cNvPr>
            <p:cNvCxnSpPr/>
            <p:nvPr/>
          </p:nvCxnSpPr>
          <p:spPr>
            <a:xfrm>
              <a:off x="3865779" y="455937"/>
              <a:ext cx="481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6FB47A3F-C583-6F27-8844-F800A1391881}"/>
                </a:ext>
              </a:extLst>
            </p:cNvPr>
            <p:cNvSpPr/>
            <p:nvPr/>
          </p:nvSpPr>
          <p:spPr>
            <a:xfrm>
              <a:off x="261154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Fluxograma: Conector 4">
              <a:extLst>
                <a:ext uri="{FF2B5EF4-FFF2-40B4-BE49-F238E27FC236}">
                  <a16:creationId xmlns:a16="http://schemas.microsoft.com/office/drawing/2014/main" id="{2C585C0C-AF50-60AB-0931-040437F45F15}"/>
                </a:ext>
              </a:extLst>
            </p:cNvPr>
            <p:cNvSpPr/>
            <p:nvPr/>
          </p:nvSpPr>
          <p:spPr>
            <a:xfrm>
              <a:off x="1282656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Fluxograma: Conector 5">
              <a:extLst>
                <a:ext uri="{FF2B5EF4-FFF2-40B4-BE49-F238E27FC236}">
                  <a16:creationId xmlns:a16="http://schemas.microsoft.com/office/drawing/2014/main" id="{4F0C1890-4FBB-A610-9BB1-720A8971CB9F}"/>
                </a:ext>
              </a:extLst>
            </p:cNvPr>
            <p:cNvSpPr/>
            <p:nvPr/>
          </p:nvSpPr>
          <p:spPr>
            <a:xfrm>
              <a:off x="2304158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Fluxograma: Conector 7">
              <a:extLst>
                <a:ext uri="{FF2B5EF4-FFF2-40B4-BE49-F238E27FC236}">
                  <a16:creationId xmlns:a16="http://schemas.microsoft.com/office/drawing/2014/main" id="{17711D5F-5393-5B4D-C69D-419A6A9347C3}"/>
                </a:ext>
              </a:extLst>
            </p:cNvPr>
            <p:cNvSpPr/>
            <p:nvPr/>
          </p:nvSpPr>
          <p:spPr>
            <a:xfrm>
              <a:off x="3325659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Fluxograma: Conector 19">
              <a:extLst>
                <a:ext uri="{FF2B5EF4-FFF2-40B4-BE49-F238E27FC236}">
                  <a16:creationId xmlns:a16="http://schemas.microsoft.com/office/drawing/2014/main" id="{92BCFDDB-4B1F-000B-B6F5-08425D55E940}"/>
                </a:ext>
              </a:extLst>
            </p:cNvPr>
            <p:cNvSpPr/>
            <p:nvPr/>
          </p:nvSpPr>
          <p:spPr>
            <a:xfrm>
              <a:off x="4347162" y="185878"/>
              <a:ext cx="540119" cy="540118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E17C71C-87AC-A84E-0853-57FE7D9B8B9D}"/>
              </a:ext>
            </a:extLst>
          </p:cNvPr>
          <p:cNvSpPr txBox="1"/>
          <p:nvPr/>
        </p:nvSpPr>
        <p:spPr>
          <a:xfrm>
            <a:off x="2267393" y="675400"/>
            <a:ext cx="857927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Atualizado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78394EB-049B-7D63-6ADD-1B8904333BD3}"/>
              </a:ext>
            </a:extLst>
          </p:cNvPr>
          <p:cNvSpPr txBox="1"/>
          <p:nvPr/>
        </p:nvSpPr>
        <p:spPr>
          <a:xfrm>
            <a:off x="3317607" y="675400"/>
            <a:ext cx="978153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Solucionado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F87E40C-1E83-EFE2-D5CC-932978A3CB49}"/>
              </a:ext>
            </a:extLst>
          </p:cNvPr>
          <p:cNvSpPr txBox="1"/>
          <p:nvPr/>
        </p:nvSpPr>
        <p:spPr>
          <a:xfrm>
            <a:off x="4544154" y="675400"/>
            <a:ext cx="745717" cy="26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Fechado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295CB24-3A18-7FE3-0FAB-3C7A55B6330E}"/>
              </a:ext>
            </a:extLst>
          </p:cNvPr>
          <p:cNvSpPr txBox="1"/>
          <p:nvPr/>
        </p:nvSpPr>
        <p:spPr>
          <a:xfrm>
            <a:off x="170969" y="675400"/>
            <a:ext cx="609462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Aberto</a:t>
            </a:r>
          </a:p>
        </p:txBody>
      </p:sp>
    </p:spTree>
    <p:extLst>
      <p:ext uri="{BB962C8B-B14F-4D97-AF65-F5344CB8AC3E}">
        <p14:creationId xmlns:p14="http://schemas.microsoft.com/office/powerpoint/2010/main" val="359230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9F9A6-7613-5FBD-0B72-8F94F6AB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B459DEFE-448D-0A4B-FF0E-77B76AC23988}"/>
              </a:ext>
            </a:extLst>
          </p:cNvPr>
          <p:cNvGrpSpPr>
            <a:grpSpLocks noChangeAspect="1"/>
          </p:cNvGrpSpPr>
          <p:nvPr/>
        </p:nvGrpSpPr>
        <p:grpSpPr>
          <a:xfrm>
            <a:off x="170969" y="72151"/>
            <a:ext cx="5039587" cy="868835"/>
            <a:chOff x="250861" y="181757"/>
            <a:chExt cx="4636420" cy="806546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A78F777-01AF-4388-696A-C34817E3D23F}"/>
                </a:ext>
              </a:extLst>
            </p:cNvPr>
            <p:cNvSpPr txBox="1"/>
            <p:nvPr/>
          </p:nvSpPr>
          <p:spPr>
            <a:xfrm>
              <a:off x="250861" y="741758"/>
              <a:ext cx="560705" cy="246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26" dirty="0"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E04EB76-218B-C7E4-BF5A-72CF3A9FC969}"/>
                </a:ext>
              </a:extLst>
            </p:cNvPr>
            <p:cNvSpPr txBox="1"/>
            <p:nvPr/>
          </p:nvSpPr>
          <p:spPr>
            <a:xfrm>
              <a:off x="1095391" y="741758"/>
              <a:ext cx="914648" cy="246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26" dirty="0">
                  <a:latin typeface="Arial" panose="020B0604020202020204" pitchFamily="34" charset="0"/>
                  <a:cs typeface="Arial" panose="020B0604020202020204" pitchFamily="34" charset="0"/>
                </a:rPr>
                <a:t>Atendimento</a:t>
              </a: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94EECFD0-17FF-8FB6-6361-56CDE13665AA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801273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BDC0D7FB-AB97-F527-EE37-C6F573036363}"/>
                </a:ext>
              </a:extLst>
            </p:cNvPr>
            <p:cNvCxnSpPr/>
            <p:nvPr/>
          </p:nvCxnSpPr>
          <p:spPr>
            <a:xfrm>
              <a:off x="1822775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5D9D9E6A-B7CB-3CEC-9365-625E37B11A0E}"/>
                </a:ext>
              </a:extLst>
            </p:cNvPr>
            <p:cNvCxnSpPr/>
            <p:nvPr/>
          </p:nvCxnSpPr>
          <p:spPr>
            <a:xfrm>
              <a:off x="2844277" y="451818"/>
              <a:ext cx="481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6D000E61-71D2-F8F3-0FF8-EDD096614437}"/>
                </a:ext>
              </a:extLst>
            </p:cNvPr>
            <p:cNvCxnSpPr/>
            <p:nvPr/>
          </p:nvCxnSpPr>
          <p:spPr>
            <a:xfrm>
              <a:off x="3865779" y="455937"/>
              <a:ext cx="4813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6AF555E7-11AC-728F-4747-BE70CF2617D4}"/>
                </a:ext>
              </a:extLst>
            </p:cNvPr>
            <p:cNvSpPr/>
            <p:nvPr/>
          </p:nvSpPr>
          <p:spPr>
            <a:xfrm>
              <a:off x="261154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Fluxograma: Conector 4">
              <a:extLst>
                <a:ext uri="{FF2B5EF4-FFF2-40B4-BE49-F238E27FC236}">
                  <a16:creationId xmlns:a16="http://schemas.microsoft.com/office/drawing/2014/main" id="{4810EDFC-B3D1-2BB4-BFFC-4FECCA704150}"/>
                </a:ext>
              </a:extLst>
            </p:cNvPr>
            <p:cNvSpPr/>
            <p:nvPr/>
          </p:nvSpPr>
          <p:spPr>
            <a:xfrm>
              <a:off x="1282656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Fluxograma: Conector 5">
              <a:extLst>
                <a:ext uri="{FF2B5EF4-FFF2-40B4-BE49-F238E27FC236}">
                  <a16:creationId xmlns:a16="http://schemas.microsoft.com/office/drawing/2014/main" id="{712342AC-5590-ED41-2BF1-A5FBE83879B3}"/>
                </a:ext>
              </a:extLst>
            </p:cNvPr>
            <p:cNvSpPr/>
            <p:nvPr/>
          </p:nvSpPr>
          <p:spPr>
            <a:xfrm>
              <a:off x="2304158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Fluxograma: Conector 7">
              <a:extLst>
                <a:ext uri="{FF2B5EF4-FFF2-40B4-BE49-F238E27FC236}">
                  <a16:creationId xmlns:a16="http://schemas.microsoft.com/office/drawing/2014/main" id="{B9B166FF-BD2D-B735-EC75-4250F16F7C62}"/>
                </a:ext>
              </a:extLst>
            </p:cNvPr>
            <p:cNvSpPr/>
            <p:nvPr/>
          </p:nvSpPr>
          <p:spPr>
            <a:xfrm>
              <a:off x="3325659" y="181757"/>
              <a:ext cx="540119" cy="540119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Fluxograma: Conector 19">
              <a:extLst>
                <a:ext uri="{FF2B5EF4-FFF2-40B4-BE49-F238E27FC236}">
                  <a16:creationId xmlns:a16="http://schemas.microsoft.com/office/drawing/2014/main" id="{57A9E48F-7AAE-FE9F-CC70-5E70A7A651B5}"/>
                </a:ext>
              </a:extLst>
            </p:cNvPr>
            <p:cNvSpPr/>
            <p:nvPr/>
          </p:nvSpPr>
          <p:spPr>
            <a:xfrm>
              <a:off x="4347162" y="185878"/>
              <a:ext cx="540119" cy="540118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2C1AB24-58F2-1465-518E-9DDDCB37F535}"/>
              </a:ext>
            </a:extLst>
          </p:cNvPr>
          <p:cNvSpPr txBox="1"/>
          <p:nvPr/>
        </p:nvSpPr>
        <p:spPr>
          <a:xfrm>
            <a:off x="2267393" y="675400"/>
            <a:ext cx="857927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Atualizado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9F2F53E-A909-E8E2-E4DB-4D09A901EF17}"/>
              </a:ext>
            </a:extLst>
          </p:cNvPr>
          <p:cNvSpPr txBox="1"/>
          <p:nvPr/>
        </p:nvSpPr>
        <p:spPr>
          <a:xfrm>
            <a:off x="3317607" y="675400"/>
            <a:ext cx="978153" cy="26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Solucionado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51B9CF1-6BD0-35FA-AE2E-BA68FF5ACB3E}"/>
              </a:ext>
            </a:extLst>
          </p:cNvPr>
          <p:cNvSpPr txBox="1"/>
          <p:nvPr/>
        </p:nvSpPr>
        <p:spPr>
          <a:xfrm>
            <a:off x="4544154" y="675400"/>
            <a:ext cx="745717" cy="26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26" dirty="0">
                <a:latin typeface="Arial" panose="020B0604020202020204" pitchFamily="34" charset="0"/>
                <a:cs typeface="Arial" panose="020B0604020202020204" pitchFamily="34" charset="0"/>
              </a:rPr>
              <a:t>Fechado</a:t>
            </a:r>
          </a:p>
        </p:txBody>
      </p:sp>
    </p:spTree>
    <p:extLst>
      <p:ext uri="{BB962C8B-B14F-4D97-AF65-F5344CB8AC3E}">
        <p14:creationId xmlns:p14="http://schemas.microsoft.com/office/powerpoint/2010/main" val="1473866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35D4E73E3A7D4F915364EC4117D3F6" ma:contentTypeVersion="12" ma:contentTypeDescription="Crie um novo documento." ma:contentTypeScope="" ma:versionID="7a58d70d89b0b77a34b72bd3eb7ae532">
  <xsd:schema xmlns:xsd="http://www.w3.org/2001/XMLSchema" xmlns:xs="http://www.w3.org/2001/XMLSchema" xmlns:p="http://schemas.microsoft.com/office/2006/metadata/properties" xmlns:ns2="a1b16fc6-5f18-4546-8e66-0ee13403ba86" xmlns:ns3="ef1086f0-fc18-419d-a82c-5297d26dc0dc" targetNamespace="http://schemas.microsoft.com/office/2006/metadata/properties" ma:root="true" ma:fieldsID="7bde6a1ffd33365965439ef1941ec8b1" ns2:_="" ns3:_="">
    <xsd:import namespace="a1b16fc6-5f18-4546-8e66-0ee13403ba86"/>
    <xsd:import namespace="ef1086f0-fc18-419d-a82c-5297d26dc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16fc6-5f18-4546-8e66-0ee13403ba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1086f0-fc18-419d-a82c-5297d26dc0d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BFDA0C-6BC2-4AB3-9421-664797169A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A00CB7-2B67-4323-B708-4467CBCCEB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b16fc6-5f18-4546-8e66-0ee13403ba86"/>
    <ds:schemaRef ds:uri="ef1086f0-fc18-419d-a82c-5297d26dc0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4C472F-11F9-4361-8DEF-0231D47CAFD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50</Words>
  <Application>Microsoft Office PowerPoint</Application>
  <PresentationFormat>Personalizar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Marcone José Roque Luna</dc:creator>
  <cp:lastModifiedBy>Marcone Luna</cp:lastModifiedBy>
  <cp:revision>13</cp:revision>
  <dcterms:created xsi:type="dcterms:W3CDTF">2021-06-21T21:20:02Z</dcterms:created>
  <dcterms:modified xsi:type="dcterms:W3CDTF">2024-12-05T10:50:11Z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0x0101008635D4E73E3A7D4F915364EC4117D3F6</vt:lpwstr>
  </property>
</Properties>
</file>